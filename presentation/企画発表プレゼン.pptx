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7" r:id="rId9"/>
    <p:sldId id="268" r:id="rId10"/>
    <p:sldId id="269" r:id="rId11"/>
    <p:sldId id="270" r:id="rId12"/>
    <p:sldId id="260" r:id="rId13"/>
    <p:sldId id="263" r:id="rId14"/>
    <p:sldId id="261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B0331C-B098-4507-ADC1-6466AE1634CD}">
          <p14:sldIdLst>
            <p14:sldId id="256"/>
            <p14:sldId id="257"/>
          </p14:sldIdLst>
        </p14:section>
        <p14:section name="メンバー紹介" id="{28A43E05-2278-408B-A3DA-42BA804C2486}">
          <p14:sldIdLst>
            <p14:sldId id="258"/>
          </p14:sldIdLst>
        </p14:section>
        <p14:section name="制作目的" id="{3D72D70F-AE06-469E-AD55-0DA22C061B06}">
          <p14:sldIdLst>
            <p14:sldId id="264"/>
          </p14:sldIdLst>
        </p14:section>
        <p14:section name="システム紹介" id="{28C1C322-9753-46CF-BB8D-283630B85ECB}">
          <p14:sldIdLst>
            <p14:sldId id="259"/>
            <p14:sldId id="265"/>
            <p14:sldId id="266"/>
          </p14:sldIdLst>
        </p14:section>
        <p14:section name="流れ" id="{9DBCE296-6653-44A5-BB7F-F2A9FF306F52}">
          <p14:sldIdLst>
            <p14:sldId id="267"/>
            <p14:sldId id="268"/>
            <p14:sldId id="269"/>
            <p14:sldId id="270"/>
          </p14:sldIdLst>
        </p14:section>
        <p14:section name="仕様技術" id="{F9CC5DAA-353E-406A-B539-0AB5E2FFD42D}">
          <p14:sldIdLst>
            <p14:sldId id="260"/>
            <p14:sldId id="263"/>
          </p14:sldIdLst>
        </p14:section>
        <p14:section name="スケジュール" id="{E0D6605F-EC11-4E26-87E3-D9A2B7989AF7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02T03:01:47.679"/>
    <p1510:client id="{138252A3-CAE1-5278-4479-7A6C138C7CE0}" v="9" dt="2026-10-02T04:37:39.097"/>
    <p1510:client id="{232E3922-49A5-4588-87FD-D11852C6CA8D}" v="1000" dt="2026-10-02T02:52:27.565"/>
    <p1510:client id="{35931C89-7C2C-4232-A8E3-18DA4D63349C}" v="635" dt="2026-10-02T07:28:40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TA24 松本 浩成" userId="S::nkc20246123@st.denpa.jp::e33a530c-3268-40ad-86e2-41a7415552ec" providerId="AD" clId="Web-{138252A3-CAE1-5278-4479-7A6C138C7CE0}"/>
    <pc:docChg chg="modSld">
      <pc:chgData name="CTA24 松本 浩成" userId="S::nkc20246123@st.denpa.jp::e33a530c-3268-40ad-86e2-41a7415552ec" providerId="AD" clId="Web-{138252A3-CAE1-5278-4479-7A6C138C7CE0}" dt="2026-10-02T04:37:39.097" v="8" actId="20577"/>
      <pc:docMkLst>
        <pc:docMk/>
      </pc:docMkLst>
      <pc:sldChg chg="modSp">
        <pc:chgData name="CTA24 松本 浩成" userId="S::nkc20246123@st.denpa.jp::e33a530c-3268-40ad-86e2-41a7415552ec" providerId="AD" clId="Web-{138252A3-CAE1-5278-4479-7A6C138C7CE0}" dt="2026-10-02T04:37:39.097" v="8" actId="20577"/>
        <pc:sldMkLst>
          <pc:docMk/>
          <pc:sldMk cId="3821190658" sldId="256"/>
        </pc:sldMkLst>
        <pc:spChg chg="mod">
          <ac:chgData name="CTA24 松本 浩成" userId="S::nkc20246123@st.denpa.jp::e33a530c-3268-40ad-86e2-41a7415552ec" providerId="AD" clId="Web-{138252A3-CAE1-5278-4479-7A6C138C7CE0}" dt="2026-10-02T04:37:39.097" v="8" actId="20577"/>
          <ac:spMkLst>
            <pc:docMk/>
            <pc:sldMk cId="3821190658" sldId="256"/>
            <ac:spMk id="2" creationId="{32C3AC8F-2754-9C8A-DF09-972BFEC375EC}"/>
          </ac:spMkLst>
        </pc:spChg>
      </pc:sldChg>
    </pc:docChg>
  </pc:docChgLst>
  <pc:docChgLst>
    <pc:chgData name="CTA24 乙成 隼士" userId="61cf1e87-e946-4c54-a84e-b17cc486914d" providerId="ADAL" clId="{490A5E6A-DE08-485E-98A5-335649A1BFE8}"/>
    <pc:docChg chg="undo custSel addSld delSld modSld modMainMaster addSection modSection">
      <pc:chgData name="CTA24 乙成 隼士" userId="61cf1e87-e946-4c54-a84e-b17cc486914d" providerId="ADAL" clId="{490A5E6A-DE08-485E-98A5-335649A1BFE8}" dt="2026-10-02T07:28:40.416" v="2159"/>
      <pc:docMkLst>
        <pc:docMk/>
      </pc:docMkLst>
      <pc:sldChg chg="modSp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3821190658" sldId="256"/>
        </pc:sldMkLst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3821190658" sldId="256"/>
            <ac:spMk id="2" creationId="{32C3AC8F-2754-9C8A-DF09-972BFEC375EC}"/>
          </ac:spMkLst>
        </pc:spChg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3821190658" sldId="256"/>
            <ac:spMk id="3" creationId="{A4CA7F39-8D00-5FAD-87AA-117B13DCDE4B}"/>
          </ac:spMkLst>
        </pc:spChg>
      </pc:sldChg>
      <pc:sldChg chg="addSp delSp modSp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2556482953" sldId="257"/>
        </pc:sldMkLst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2556482953" sldId="257"/>
            <ac:spMk id="2" creationId="{45B17CEF-C660-9CDA-0EC1-804A288101D8}"/>
          </ac:spMkLst>
        </pc:spChg>
        <pc:spChg chg="del mod">
          <ac:chgData name="CTA24 乙成 隼士" userId="61cf1e87-e946-4c54-a84e-b17cc486914d" providerId="ADAL" clId="{490A5E6A-DE08-485E-98A5-335649A1BFE8}" dt="2026-10-02T05:08:47.032" v="187" actId="12084"/>
          <ac:spMkLst>
            <pc:docMk/>
            <pc:sldMk cId="2556482953" sldId="257"/>
            <ac:spMk id="3" creationId="{53C94341-5525-C800-7D12-2C37C2A9F7A1}"/>
          </ac:spMkLst>
        </pc:spChg>
        <pc:graphicFrameChg chg="add del modGraphic">
          <ac:chgData name="CTA24 乙成 隼士" userId="61cf1e87-e946-4c54-a84e-b17cc486914d" providerId="ADAL" clId="{490A5E6A-DE08-485E-98A5-335649A1BFE8}" dt="2026-10-02T04:40:54.789" v="25" actId="478"/>
          <ac:graphicFrameMkLst>
            <pc:docMk/>
            <pc:sldMk cId="2556482953" sldId="257"/>
            <ac:graphicFrameMk id="6" creationId="{7211E04E-2235-1EF8-DD4B-2736045DCA9D}"/>
          </ac:graphicFrameMkLst>
        </pc:graphicFrameChg>
        <pc:graphicFrameChg chg="add mod modGraphic">
          <ac:chgData name="CTA24 乙成 隼士" userId="61cf1e87-e946-4c54-a84e-b17cc486914d" providerId="ADAL" clId="{490A5E6A-DE08-485E-98A5-335649A1BFE8}" dt="2026-10-02T05:10:20.946" v="197" actId="12100"/>
          <ac:graphicFrameMkLst>
            <pc:docMk/>
            <pc:sldMk cId="2556482953" sldId="257"/>
            <ac:graphicFrameMk id="7" creationId="{039FA897-787F-781A-AAFB-E3A79E92A1D5}"/>
          </ac:graphicFrameMkLst>
        </pc:graphicFrameChg>
      </pc:sldChg>
      <pc:sldChg chg="addSp delSp modSp mod modTransition chgLayout">
        <pc:chgData name="CTA24 乙成 隼士" userId="61cf1e87-e946-4c54-a84e-b17cc486914d" providerId="ADAL" clId="{490A5E6A-DE08-485E-98A5-335649A1BFE8}" dt="2026-10-02T07:22:51.869" v="1723"/>
        <pc:sldMkLst>
          <pc:docMk/>
          <pc:sldMk cId="2056927977" sldId="258"/>
        </pc:sldMkLst>
        <pc:spChg chg="mod ord">
          <ac:chgData name="CTA24 乙成 隼士" userId="61cf1e87-e946-4c54-a84e-b17cc486914d" providerId="ADAL" clId="{490A5E6A-DE08-485E-98A5-335649A1BFE8}" dt="2026-10-02T05:07:58.182" v="185" actId="700"/>
          <ac:spMkLst>
            <pc:docMk/>
            <pc:sldMk cId="2056927977" sldId="258"/>
            <ac:spMk id="2" creationId="{8BEAC3D1-F1F8-9204-CF26-F60788269604}"/>
          </ac:spMkLst>
        </pc:spChg>
        <pc:spChg chg="add del mod ord">
          <ac:chgData name="CTA24 乙成 隼士" userId="61cf1e87-e946-4c54-a84e-b17cc486914d" providerId="ADAL" clId="{490A5E6A-DE08-485E-98A5-335649A1BFE8}" dt="2026-10-02T05:19:46.774" v="226" actId="12084"/>
          <ac:spMkLst>
            <pc:docMk/>
            <pc:sldMk cId="2056927977" sldId="258"/>
            <ac:spMk id="3" creationId="{06458836-D493-D8DE-E984-62A574A293E0}"/>
          </ac:spMkLst>
        </pc:spChg>
        <pc:graphicFrameChg chg="add mod">
          <ac:chgData name="CTA24 乙成 隼士" userId="61cf1e87-e946-4c54-a84e-b17cc486914d" providerId="ADAL" clId="{490A5E6A-DE08-485E-98A5-335649A1BFE8}" dt="2026-10-02T05:16:07.858" v="202" actId="12084"/>
          <ac:graphicFrameMkLst>
            <pc:docMk/>
            <pc:sldMk cId="2056927977" sldId="258"/>
            <ac:graphicFrameMk id="4" creationId="{6A79FD67-3F4D-9EB0-28E6-C6731C8577AA}"/>
          </ac:graphicFrameMkLst>
        </pc:graphicFrameChg>
        <pc:graphicFrameChg chg="add mod">
          <ac:chgData name="CTA24 乙成 隼士" userId="61cf1e87-e946-4c54-a84e-b17cc486914d" providerId="ADAL" clId="{490A5E6A-DE08-485E-98A5-335649A1BFE8}" dt="2026-10-02T05:17:03.015" v="212" actId="12084"/>
          <ac:graphicFrameMkLst>
            <pc:docMk/>
            <pc:sldMk cId="2056927977" sldId="258"/>
            <ac:graphicFrameMk id="5" creationId="{2A2FC317-3221-5AE1-708F-DB6E5B5146A1}"/>
          </ac:graphicFrameMkLst>
        </pc:graphicFrameChg>
        <pc:graphicFrameChg chg="add mod">
          <ac:chgData name="CTA24 乙成 隼士" userId="61cf1e87-e946-4c54-a84e-b17cc486914d" providerId="ADAL" clId="{490A5E6A-DE08-485E-98A5-335649A1BFE8}" dt="2026-10-02T05:40:45.188" v="252"/>
          <ac:graphicFrameMkLst>
            <pc:docMk/>
            <pc:sldMk cId="2056927977" sldId="258"/>
            <ac:graphicFrameMk id="6" creationId="{D55BA093-60F0-ADF0-AD0F-10DD341B0B5B}"/>
          </ac:graphicFrameMkLst>
        </pc:graphicFrameChg>
      </pc:sldChg>
      <pc:sldChg chg="addSp delSp modSp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3242455039" sldId="259"/>
        </pc:sldMkLst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3242455039" sldId="259"/>
            <ac:spMk id="2" creationId="{C3C82024-BE79-6065-C9F1-AEEA96F45C57}"/>
          </ac:spMkLst>
        </pc:spChg>
        <pc:spChg chg="mod">
          <ac:chgData name="CTA24 乙成 隼士" userId="61cf1e87-e946-4c54-a84e-b17cc486914d" providerId="ADAL" clId="{490A5E6A-DE08-485E-98A5-335649A1BFE8}" dt="2026-10-02T06:50:35.932" v="647" actId="14100"/>
          <ac:spMkLst>
            <pc:docMk/>
            <pc:sldMk cId="3242455039" sldId="259"/>
            <ac:spMk id="3" creationId="{2115FCBA-74F1-24C5-C13E-189E787C114D}"/>
          </ac:spMkLst>
        </pc:spChg>
        <pc:picChg chg="add del mod">
          <ac:chgData name="CTA24 乙成 隼士" userId="61cf1e87-e946-4c54-a84e-b17cc486914d" providerId="ADAL" clId="{490A5E6A-DE08-485E-98A5-335649A1BFE8}" dt="2026-10-02T06:57:37.391" v="674" actId="478"/>
          <ac:picMkLst>
            <pc:docMk/>
            <pc:sldMk cId="3242455039" sldId="259"/>
            <ac:picMk id="5" creationId="{B08E09C1-BFCA-DE51-50E0-55073DB332CE}"/>
          </ac:picMkLst>
        </pc:picChg>
        <pc:picChg chg="add mod">
          <ac:chgData name="CTA24 乙成 隼士" userId="61cf1e87-e946-4c54-a84e-b17cc486914d" providerId="ADAL" clId="{490A5E6A-DE08-485E-98A5-335649A1BFE8}" dt="2026-10-02T06:58:56.136" v="687" actId="12789"/>
          <ac:picMkLst>
            <pc:docMk/>
            <pc:sldMk cId="3242455039" sldId="259"/>
            <ac:picMk id="6" creationId="{612A1AAE-16F8-94B9-27FC-547B733B9154}"/>
          </ac:picMkLst>
        </pc:picChg>
        <pc:picChg chg="add mod">
          <ac:chgData name="CTA24 乙成 隼士" userId="61cf1e87-e946-4c54-a84e-b17cc486914d" providerId="ADAL" clId="{490A5E6A-DE08-485E-98A5-335649A1BFE8}" dt="2026-10-02T06:58:56.136" v="687" actId="12789"/>
          <ac:picMkLst>
            <pc:docMk/>
            <pc:sldMk cId="3242455039" sldId="259"/>
            <ac:picMk id="7" creationId="{DC5482AF-B0A5-375E-51BD-2248C1D7198F}"/>
          </ac:picMkLst>
        </pc:picChg>
        <pc:picChg chg="add mod">
          <ac:chgData name="CTA24 乙成 隼士" userId="61cf1e87-e946-4c54-a84e-b17cc486914d" providerId="ADAL" clId="{490A5E6A-DE08-485E-98A5-335649A1BFE8}" dt="2026-10-02T06:58:56.136" v="687" actId="12789"/>
          <ac:picMkLst>
            <pc:docMk/>
            <pc:sldMk cId="3242455039" sldId="259"/>
            <ac:picMk id="9" creationId="{741E1771-EEFC-153C-8D71-DAB018DCC9B2}"/>
          </ac:picMkLst>
        </pc:picChg>
      </pc:sldChg>
      <pc:sldChg chg="addSp modSp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293194973" sldId="260"/>
        </pc:sldMkLst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293194973" sldId="260"/>
            <ac:spMk id="2" creationId="{3712958A-A6EC-99FB-58AD-26A9B6506879}"/>
          </ac:spMkLst>
        </pc:spChg>
        <pc:spChg chg="mod">
          <ac:chgData name="CTA24 乙成 隼士" userId="61cf1e87-e946-4c54-a84e-b17cc486914d" providerId="ADAL" clId="{490A5E6A-DE08-485E-98A5-335649A1BFE8}" dt="2026-10-02T05:17:25.033" v="213" actId="20577"/>
          <ac:spMkLst>
            <pc:docMk/>
            <pc:sldMk cId="293194973" sldId="260"/>
            <ac:spMk id="3" creationId="{61FC730E-A72E-211A-868D-7A199474F7A5}"/>
          </ac:spMkLst>
        </pc:spChg>
        <pc:picChg chg="add mod">
          <ac:chgData name="CTA24 乙成 隼士" userId="61cf1e87-e946-4c54-a84e-b17cc486914d" providerId="ADAL" clId="{490A5E6A-DE08-485E-98A5-335649A1BFE8}" dt="2026-10-02T05:17:36.174" v="214" actId="1076"/>
          <ac:picMkLst>
            <pc:docMk/>
            <pc:sldMk cId="293194973" sldId="260"/>
            <ac:picMk id="5" creationId="{C498591C-4F7B-BD23-C3FF-8FD3220AB2FB}"/>
          </ac:picMkLst>
        </pc:picChg>
        <pc:picChg chg="add mod">
          <ac:chgData name="CTA24 乙成 隼士" userId="61cf1e87-e946-4c54-a84e-b17cc486914d" providerId="ADAL" clId="{490A5E6A-DE08-485E-98A5-335649A1BFE8}" dt="2026-10-02T05:17:36.174" v="214" actId="1076"/>
          <ac:picMkLst>
            <pc:docMk/>
            <pc:sldMk cId="293194973" sldId="260"/>
            <ac:picMk id="7" creationId="{B666331A-807B-A1E5-5E4B-ABBD8349B5D1}"/>
          </ac:picMkLst>
        </pc:picChg>
        <pc:picChg chg="mod">
          <ac:chgData name="CTA24 乙成 隼士" userId="61cf1e87-e946-4c54-a84e-b17cc486914d" providerId="ADAL" clId="{490A5E6A-DE08-485E-98A5-335649A1BFE8}" dt="2026-10-02T05:17:41.205" v="215" actId="1076"/>
          <ac:picMkLst>
            <pc:docMk/>
            <pc:sldMk cId="293194973" sldId="260"/>
            <ac:picMk id="11" creationId="{A274B8AA-205D-F926-403F-31B7666C6711}"/>
          </ac:picMkLst>
        </pc:picChg>
      </pc:sldChg>
      <pc:sldChg chg="modSp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1085145657" sldId="261"/>
        </pc:sldMkLst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1085145657" sldId="261"/>
            <ac:spMk id="2" creationId="{85614D47-CEC5-CD9D-D2A6-27C919639946}"/>
          </ac:spMkLst>
        </pc:spChg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1085145657" sldId="261"/>
            <ac:spMk id="3" creationId="{1AB81926-0F4E-0BF1-59C4-653F5B2920C9}"/>
          </ac:spMkLst>
        </pc:spChg>
      </pc:sldChg>
      <pc:sldChg chg="delSp modSp del mod">
        <pc:chgData name="CTA24 乙成 隼士" userId="61cf1e87-e946-4c54-a84e-b17cc486914d" providerId="ADAL" clId="{490A5E6A-DE08-485E-98A5-335649A1BFE8}" dt="2026-10-02T04:50:09.727" v="147" actId="47"/>
        <pc:sldMkLst>
          <pc:docMk/>
          <pc:sldMk cId="232367722" sldId="262"/>
        </pc:sldMkLst>
        <pc:spChg chg="mod">
          <ac:chgData name="CTA24 乙成 隼士" userId="61cf1e87-e946-4c54-a84e-b17cc486914d" providerId="ADAL" clId="{490A5E6A-DE08-485E-98A5-335649A1BFE8}" dt="2026-10-02T04:47:32.332" v="120" actId="21"/>
          <ac:spMkLst>
            <pc:docMk/>
            <pc:sldMk cId="232367722" sldId="262"/>
            <ac:spMk id="3" creationId="{AB142760-6D72-09FD-F7A5-37669A61256B}"/>
          </ac:spMkLst>
        </pc:spChg>
        <pc:picChg chg="del">
          <ac:chgData name="CTA24 乙成 隼士" userId="61cf1e87-e946-4c54-a84e-b17cc486914d" providerId="ADAL" clId="{490A5E6A-DE08-485E-98A5-335649A1BFE8}" dt="2026-10-02T04:47:45.434" v="137" actId="21"/>
          <ac:picMkLst>
            <pc:docMk/>
            <pc:sldMk cId="232367722" sldId="262"/>
            <ac:picMk id="5" creationId="{5DF86F9F-9CAB-C454-A66D-5FDDDF6156B4}"/>
          </ac:picMkLst>
        </pc:picChg>
        <pc:picChg chg="del">
          <ac:chgData name="CTA24 乙成 隼士" userId="61cf1e87-e946-4c54-a84e-b17cc486914d" providerId="ADAL" clId="{490A5E6A-DE08-485E-98A5-335649A1BFE8}" dt="2026-10-02T04:47:45.434" v="137" actId="21"/>
          <ac:picMkLst>
            <pc:docMk/>
            <pc:sldMk cId="232367722" sldId="262"/>
            <ac:picMk id="7" creationId="{2182AE24-C32B-6E2A-EBAD-456B671022A7}"/>
          </ac:picMkLst>
        </pc:picChg>
      </pc:sldChg>
      <pc:sldChg chg="modSp">
        <pc:chgData name="CTA24 乙成 隼士" userId="61cf1e87-e946-4c54-a84e-b17cc486914d" providerId="ADAL" clId="{490A5E6A-DE08-485E-98A5-335649A1BFE8}" dt="2026-10-01T01:54:17.429" v="8"/>
        <pc:sldMkLst>
          <pc:docMk/>
          <pc:sldMk cId="3830625765" sldId="262"/>
        </pc:sldMkLst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3830625765" sldId="262"/>
            <ac:spMk id="2" creationId="{68296799-9072-491B-877C-9E7B85ADF24B}"/>
          </ac:spMkLst>
        </pc:spChg>
        <pc:spChg chg="mod">
          <ac:chgData name="CTA24 乙成 隼士" userId="61cf1e87-e946-4c54-a84e-b17cc486914d" providerId="ADAL" clId="{490A5E6A-DE08-485E-98A5-335649A1BFE8}" dt="2026-10-01T01:54:17.429" v="8"/>
          <ac:spMkLst>
            <pc:docMk/>
            <pc:sldMk cId="3830625765" sldId="262"/>
            <ac:spMk id="3" creationId="{482A55FC-89B7-35E7-3C70-CF5B68AF6DD4}"/>
          </ac:spMkLst>
        </pc:spChg>
      </pc:sldChg>
      <pc:sldChg chg="modSp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3858075842" sldId="263"/>
        </pc:sldMkLst>
        <pc:spChg chg="mod">
          <ac:chgData name="CTA24 乙成 隼士" userId="61cf1e87-e946-4c54-a84e-b17cc486914d" providerId="ADAL" clId="{490A5E6A-DE08-485E-98A5-335649A1BFE8}" dt="2026-10-02T04:51:37.883" v="167" actId="20577"/>
          <ac:spMkLst>
            <pc:docMk/>
            <pc:sldMk cId="3858075842" sldId="263"/>
            <ac:spMk id="3" creationId="{67327651-8249-1342-72C1-325AEE4D8608}"/>
          </ac:spMkLst>
        </pc:spChg>
        <pc:picChg chg="mod modCrop">
          <ac:chgData name="CTA24 乙成 隼士" userId="61cf1e87-e946-4c54-a84e-b17cc486914d" providerId="ADAL" clId="{490A5E6A-DE08-485E-98A5-335649A1BFE8}" dt="2026-10-02T05:19:01.507" v="224" actId="1076"/>
          <ac:picMkLst>
            <pc:docMk/>
            <pc:sldMk cId="3858075842" sldId="263"/>
            <ac:picMk id="5" creationId="{0BD20450-37C2-3B9A-CF68-F8AF1FA5CB72}"/>
          </ac:picMkLst>
        </pc:picChg>
        <pc:picChg chg="mod modCrop">
          <ac:chgData name="CTA24 乙成 隼士" userId="61cf1e87-e946-4c54-a84e-b17cc486914d" providerId="ADAL" clId="{490A5E6A-DE08-485E-98A5-335649A1BFE8}" dt="2026-10-02T05:19:03.698" v="225" actId="1076"/>
          <ac:picMkLst>
            <pc:docMk/>
            <pc:sldMk cId="3858075842" sldId="263"/>
            <ac:picMk id="11" creationId="{CACD6324-03D6-D592-1D64-405D9817ED4C}"/>
          </ac:picMkLst>
        </pc:picChg>
      </pc:sldChg>
      <pc:sldChg chg="addSp modSp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3494541738" sldId="264"/>
        </pc:sldMkLst>
        <pc:spChg chg="mod">
          <ac:chgData name="CTA24 乙成 隼士" userId="61cf1e87-e946-4c54-a84e-b17cc486914d" providerId="ADAL" clId="{490A5E6A-DE08-485E-98A5-335649A1BFE8}" dt="2026-10-02T05:51:10.542" v="408" actId="9"/>
          <ac:spMkLst>
            <pc:docMk/>
            <pc:sldMk cId="3494541738" sldId="264"/>
            <ac:spMk id="3" creationId="{D15F0A7A-1DA0-9CA7-C498-1B026C60E890}"/>
          </ac:spMkLst>
        </pc:spChg>
        <pc:spChg chg="add mod">
          <ac:chgData name="CTA24 乙成 隼士" userId="61cf1e87-e946-4c54-a84e-b17cc486914d" providerId="ADAL" clId="{490A5E6A-DE08-485E-98A5-335649A1BFE8}" dt="2026-10-02T05:45:14.264" v="395" actId="164"/>
          <ac:spMkLst>
            <pc:docMk/>
            <pc:sldMk cId="3494541738" sldId="264"/>
            <ac:spMk id="8" creationId="{83AF1C2E-5E30-DC2B-968E-AA74EB28FA17}"/>
          </ac:spMkLst>
        </pc:spChg>
        <pc:grpChg chg="add mod">
          <ac:chgData name="CTA24 乙成 隼士" userId="61cf1e87-e946-4c54-a84e-b17cc486914d" providerId="ADAL" clId="{490A5E6A-DE08-485E-98A5-335649A1BFE8}" dt="2026-10-02T05:50:41.018" v="405" actId="408"/>
          <ac:grpSpMkLst>
            <pc:docMk/>
            <pc:sldMk cId="3494541738" sldId="264"/>
            <ac:grpSpMk id="9" creationId="{A78780EF-E63A-6566-C250-05F695F971F9}"/>
          </ac:grpSpMkLst>
        </pc:grpChg>
        <pc:picChg chg="add mod">
          <ac:chgData name="CTA24 乙成 隼士" userId="61cf1e87-e946-4c54-a84e-b17cc486914d" providerId="ADAL" clId="{490A5E6A-DE08-485E-98A5-335649A1BFE8}" dt="2026-10-02T05:50:41.018" v="405" actId="408"/>
          <ac:picMkLst>
            <pc:docMk/>
            <pc:sldMk cId="3494541738" sldId="264"/>
            <ac:picMk id="5" creationId="{3006EA1D-C280-115D-F6F8-8D97C72784B3}"/>
          </ac:picMkLst>
        </pc:picChg>
        <pc:picChg chg="add mod">
          <ac:chgData name="CTA24 乙成 隼士" userId="61cf1e87-e946-4c54-a84e-b17cc486914d" providerId="ADAL" clId="{490A5E6A-DE08-485E-98A5-335649A1BFE8}" dt="2026-10-02T05:45:14.264" v="395" actId="164"/>
          <ac:picMkLst>
            <pc:docMk/>
            <pc:sldMk cId="3494541738" sldId="264"/>
            <ac:picMk id="7" creationId="{5A194FB3-EA48-304A-8A8D-4F27728530DB}"/>
          </ac:picMkLst>
        </pc:picChg>
        <pc:picChg chg="add mod">
          <ac:chgData name="CTA24 乙成 隼士" userId="61cf1e87-e946-4c54-a84e-b17cc486914d" providerId="ADAL" clId="{490A5E6A-DE08-485E-98A5-335649A1BFE8}" dt="2026-10-02T05:50:41.018" v="405" actId="408"/>
          <ac:picMkLst>
            <pc:docMk/>
            <pc:sldMk cId="3494541738" sldId="264"/>
            <ac:picMk id="11" creationId="{3469F5C5-802F-2F16-749F-01F72C5FC917}"/>
          </ac:picMkLst>
        </pc:picChg>
      </pc:sldChg>
      <pc:sldChg chg="addSp delSp modSp new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2369862129" sldId="265"/>
        </pc:sldMkLst>
        <pc:spChg chg="mod">
          <ac:chgData name="CTA24 乙成 隼士" userId="61cf1e87-e946-4c54-a84e-b17cc486914d" providerId="ADAL" clId="{490A5E6A-DE08-485E-98A5-335649A1BFE8}" dt="2026-10-02T06:49:45.330" v="623"/>
          <ac:spMkLst>
            <pc:docMk/>
            <pc:sldMk cId="2369862129" sldId="265"/>
            <ac:spMk id="2" creationId="{29497A03-DECB-00F6-FFDB-D141D4672F07}"/>
          </ac:spMkLst>
        </pc:spChg>
        <pc:spChg chg="mod">
          <ac:chgData name="CTA24 乙成 隼士" userId="61cf1e87-e946-4c54-a84e-b17cc486914d" providerId="ADAL" clId="{490A5E6A-DE08-485E-98A5-335649A1BFE8}" dt="2026-10-02T06:50:04.443" v="645" actId="20577"/>
          <ac:spMkLst>
            <pc:docMk/>
            <pc:sldMk cId="2369862129" sldId="265"/>
            <ac:spMk id="3" creationId="{99F43DF4-2836-D965-5C0C-585DEBBF5A8C}"/>
          </ac:spMkLst>
        </pc:spChg>
        <pc:spChg chg="add del mod">
          <ac:chgData name="CTA24 乙成 隼士" userId="61cf1e87-e946-4c54-a84e-b17cc486914d" providerId="ADAL" clId="{490A5E6A-DE08-485E-98A5-335649A1BFE8}" dt="2026-10-02T07:00:29.490" v="699"/>
          <ac:spMkLst>
            <pc:docMk/>
            <pc:sldMk cId="2369862129" sldId="265"/>
            <ac:spMk id="6" creationId="{96B094DC-292B-EC7E-7560-E276C8E6DA0A}"/>
          </ac:spMkLst>
        </pc:spChg>
        <pc:spChg chg="add mod">
          <ac:chgData name="CTA24 乙成 隼士" userId="61cf1e87-e946-4c54-a84e-b17cc486914d" providerId="ADAL" clId="{490A5E6A-DE08-485E-98A5-335649A1BFE8}" dt="2026-10-02T07:00:56.390" v="704" actId="14100"/>
          <ac:spMkLst>
            <pc:docMk/>
            <pc:sldMk cId="2369862129" sldId="265"/>
            <ac:spMk id="9" creationId="{A7B33FAC-A88D-E26A-FF36-DC60054C125A}"/>
          </ac:spMkLst>
        </pc:spChg>
        <pc:picChg chg="add mod">
          <ac:chgData name="CTA24 乙成 隼士" userId="61cf1e87-e946-4c54-a84e-b17cc486914d" providerId="ADAL" clId="{490A5E6A-DE08-485E-98A5-335649A1BFE8}" dt="2026-10-02T07:00:22.551" v="697" actId="1076"/>
          <ac:picMkLst>
            <pc:docMk/>
            <pc:sldMk cId="2369862129" sldId="265"/>
            <ac:picMk id="5" creationId="{4535E77F-D63D-CC90-8DB1-A98DA671E313}"/>
          </ac:picMkLst>
        </pc:picChg>
        <pc:picChg chg="add mod">
          <ac:chgData name="CTA24 乙成 隼士" userId="61cf1e87-e946-4c54-a84e-b17cc486914d" providerId="ADAL" clId="{490A5E6A-DE08-485E-98A5-335649A1BFE8}" dt="2026-10-02T07:00:20.526" v="696" actId="1076"/>
          <ac:picMkLst>
            <pc:docMk/>
            <pc:sldMk cId="2369862129" sldId="265"/>
            <ac:picMk id="8" creationId="{0DEFD14E-2C3A-6268-705B-3E6CD84215FA}"/>
          </ac:picMkLst>
        </pc:picChg>
      </pc:sldChg>
      <pc:sldChg chg="addSp modSp new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2418488492" sldId="266"/>
        </pc:sldMkLst>
        <pc:spChg chg="mod">
          <ac:chgData name="CTA24 乙成 隼士" userId="61cf1e87-e946-4c54-a84e-b17cc486914d" providerId="ADAL" clId="{490A5E6A-DE08-485E-98A5-335649A1BFE8}" dt="2026-10-02T06:49:50.937" v="641"/>
          <ac:spMkLst>
            <pc:docMk/>
            <pc:sldMk cId="2418488492" sldId="266"/>
            <ac:spMk id="2" creationId="{32C6C750-DC14-D064-9609-99D373E39D4E}"/>
          </ac:spMkLst>
        </pc:spChg>
        <pc:spChg chg="mod">
          <ac:chgData name="CTA24 乙成 隼士" userId="61cf1e87-e946-4c54-a84e-b17cc486914d" providerId="ADAL" clId="{490A5E6A-DE08-485E-98A5-335649A1BFE8}" dt="2026-10-02T06:49:36.477" v="593"/>
          <ac:spMkLst>
            <pc:docMk/>
            <pc:sldMk cId="2418488492" sldId="266"/>
            <ac:spMk id="3" creationId="{B03A8629-3FDF-2917-6C7D-FA6C30950AB7}"/>
          </ac:spMkLst>
        </pc:spChg>
        <pc:picChg chg="add mod">
          <ac:chgData name="CTA24 乙成 隼士" userId="61cf1e87-e946-4c54-a84e-b17cc486914d" providerId="ADAL" clId="{490A5E6A-DE08-485E-98A5-335649A1BFE8}" dt="2026-10-02T07:02:04.498" v="713" actId="1076"/>
          <ac:picMkLst>
            <pc:docMk/>
            <pc:sldMk cId="2418488492" sldId="266"/>
            <ac:picMk id="5" creationId="{EE4D4785-5BA8-B5AA-78BA-8A876B62A7AB}"/>
          </ac:picMkLst>
        </pc:picChg>
        <pc:picChg chg="add mod">
          <ac:chgData name="CTA24 乙成 隼士" userId="61cf1e87-e946-4c54-a84e-b17cc486914d" providerId="ADAL" clId="{490A5E6A-DE08-485E-98A5-335649A1BFE8}" dt="2026-10-02T07:02:04.498" v="713" actId="1076"/>
          <ac:picMkLst>
            <pc:docMk/>
            <pc:sldMk cId="2418488492" sldId="266"/>
            <ac:picMk id="7" creationId="{E8ED8BB4-6B37-FCBE-7106-6B5210F3C328}"/>
          </ac:picMkLst>
        </pc:picChg>
      </pc:sldChg>
      <pc:sldChg chg="addSp modSp new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1616719279" sldId="267"/>
        </pc:sldMkLst>
        <pc:spChg chg="mod">
          <ac:chgData name="CTA24 乙成 隼士" userId="61cf1e87-e946-4c54-a84e-b17cc486914d" providerId="ADAL" clId="{490A5E6A-DE08-485E-98A5-335649A1BFE8}" dt="2026-10-02T07:04:44.654" v="830" actId="20577"/>
          <ac:spMkLst>
            <pc:docMk/>
            <pc:sldMk cId="1616719279" sldId="267"/>
            <ac:spMk id="2" creationId="{E70E958C-9225-955C-EF3F-E221FA1423AB}"/>
          </ac:spMkLst>
        </pc:spChg>
        <pc:spChg chg="mod">
          <ac:chgData name="CTA24 乙成 隼士" userId="61cf1e87-e946-4c54-a84e-b17cc486914d" providerId="ADAL" clId="{490A5E6A-DE08-485E-98A5-335649A1BFE8}" dt="2026-10-02T07:08:03.608" v="1135"/>
          <ac:spMkLst>
            <pc:docMk/>
            <pc:sldMk cId="1616719279" sldId="267"/>
            <ac:spMk id="3" creationId="{11F6E017-3D98-8C34-21B5-865D945A41C4}"/>
          </ac:spMkLst>
        </pc:spChg>
        <pc:spChg chg="add mod">
          <ac:chgData name="CTA24 乙成 隼士" userId="61cf1e87-e946-4c54-a84e-b17cc486914d" providerId="ADAL" clId="{490A5E6A-DE08-485E-98A5-335649A1BFE8}" dt="2026-10-02T07:12:18.144" v="1398" actId="207"/>
          <ac:spMkLst>
            <pc:docMk/>
            <pc:sldMk cId="1616719279" sldId="267"/>
            <ac:spMk id="6" creationId="{C95864E3-2A18-B76C-83F1-8533E7A74C16}"/>
          </ac:spMkLst>
        </pc:spChg>
        <pc:spChg chg="add mod">
          <ac:chgData name="CTA24 乙成 隼士" userId="61cf1e87-e946-4c54-a84e-b17cc486914d" providerId="ADAL" clId="{490A5E6A-DE08-485E-98A5-335649A1BFE8}" dt="2026-10-02T07:10:51.292" v="1206" actId="1076"/>
          <ac:spMkLst>
            <pc:docMk/>
            <pc:sldMk cId="1616719279" sldId="267"/>
            <ac:spMk id="14" creationId="{5D218007-6F87-81F3-737F-B1508C7FB955}"/>
          </ac:spMkLst>
        </pc:spChg>
        <pc:grpChg chg="add mod ord">
          <ac:chgData name="CTA24 乙成 隼士" userId="61cf1e87-e946-4c54-a84e-b17cc486914d" providerId="ADAL" clId="{490A5E6A-DE08-485E-98A5-335649A1BFE8}" dt="2026-10-02T07:10:29.733" v="1198" actId="164"/>
          <ac:grpSpMkLst>
            <pc:docMk/>
            <pc:sldMk cId="1616719279" sldId="267"/>
            <ac:grpSpMk id="11" creationId="{272AFFA3-AECE-2D39-4382-BA493409ED25}"/>
          </ac:grpSpMkLst>
        </pc:grpChg>
        <pc:grpChg chg="add mod">
          <ac:chgData name="CTA24 乙成 隼士" userId="61cf1e87-e946-4c54-a84e-b17cc486914d" providerId="ADAL" clId="{490A5E6A-DE08-485E-98A5-335649A1BFE8}" dt="2026-10-02T07:10:45.232" v="1204" actId="1076"/>
          <ac:grpSpMkLst>
            <pc:docMk/>
            <pc:sldMk cId="1616719279" sldId="267"/>
            <ac:grpSpMk id="12" creationId="{9EC82609-5212-C81C-C35E-AF9A9B8CC00C}"/>
          </ac:grpSpMkLst>
        </pc:grpChg>
        <pc:picChg chg="add mod">
          <ac:chgData name="CTA24 乙成 隼士" userId="61cf1e87-e946-4c54-a84e-b17cc486914d" providerId="ADAL" clId="{490A5E6A-DE08-485E-98A5-335649A1BFE8}" dt="2026-10-02T07:08:08.576" v="1136" actId="1076"/>
          <ac:picMkLst>
            <pc:docMk/>
            <pc:sldMk cId="1616719279" sldId="267"/>
            <ac:picMk id="5" creationId="{7B1D8580-D28A-DAA3-FFC1-DB2899E37484}"/>
          </ac:picMkLst>
        </pc:picChg>
        <pc:picChg chg="add mod modCrop">
          <ac:chgData name="CTA24 乙成 隼士" userId="61cf1e87-e946-4c54-a84e-b17cc486914d" providerId="ADAL" clId="{490A5E6A-DE08-485E-98A5-335649A1BFE8}" dt="2026-10-02T07:12:05.105" v="1382" actId="1076"/>
          <ac:picMkLst>
            <pc:docMk/>
            <pc:sldMk cId="1616719279" sldId="267"/>
            <ac:picMk id="8" creationId="{963BA1EA-1234-6B6E-FF7E-CB6A3ED64957}"/>
          </ac:picMkLst>
        </pc:picChg>
        <pc:picChg chg="add mod">
          <ac:chgData name="CTA24 乙成 隼士" userId="61cf1e87-e946-4c54-a84e-b17cc486914d" providerId="ADAL" clId="{490A5E6A-DE08-485E-98A5-335649A1BFE8}" dt="2026-10-02T07:10:29.733" v="1198" actId="164"/>
          <ac:picMkLst>
            <pc:docMk/>
            <pc:sldMk cId="1616719279" sldId="267"/>
            <ac:picMk id="10" creationId="{C3383E24-C2A1-3C8C-8F90-6ED697E2F7CE}"/>
          </ac:picMkLst>
        </pc:picChg>
        <pc:picChg chg="add mod">
          <ac:chgData name="CTA24 乙成 隼士" userId="61cf1e87-e946-4c54-a84e-b17cc486914d" providerId="ADAL" clId="{490A5E6A-DE08-485E-98A5-335649A1BFE8}" dt="2026-10-02T07:14:26.350" v="1525" actId="1076"/>
          <ac:picMkLst>
            <pc:docMk/>
            <pc:sldMk cId="1616719279" sldId="267"/>
            <ac:picMk id="16" creationId="{40FC1E4C-1B31-D496-590E-7AF5611CFC9B}"/>
          </ac:picMkLst>
        </pc:picChg>
        <pc:picChg chg="add">
          <ac:chgData name="CTA24 乙成 隼士" userId="61cf1e87-e946-4c54-a84e-b17cc486914d" providerId="ADAL" clId="{490A5E6A-DE08-485E-98A5-335649A1BFE8}" dt="2026-10-02T07:15:24.444" v="1547" actId="22"/>
          <ac:picMkLst>
            <pc:docMk/>
            <pc:sldMk cId="1616719279" sldId="267"/>
            <ac:picMk id="18" creationId="{EDB6A500-E13B-5BF3-3E65-79E9679C7518}"/>
          </ac:picMkLst>
        </pc:picChg>
      </pc:sldChg>
      <pc:sldChg chg="addSp delSp modSp new mod modTransition">
        <pc:chgData name="CTA24 乙成 隼士" userId="61cf1e87-e946-4c54-a84e-b17cc486914d" providerId="ADAL" clId="{490A5E6A-DE08-485E-98A5-335649A1BFE8}" dt="2026-10-02T07:22:51.869" v="1723"/>
        <pc:sldMkLst>
          <pc:docMk/>
          <pc:sldMk cId="2252371588" sldId="268"/>
        </pc:sldMkLst>
        <pc:spChg chg="mod">
          <ac:chgData name="CTA24 乙成 隼士" userId="61cf1e87-e946-4c54-a84e-b17cc486914d" providerId="ADAL" clId="{490A5E6A-DE08-485E-98A5-335649A1BFE8}" dt="2026-10-02T07:04:49.979" v="849"/>
          <ac:spMkLst>
            <pc:docMk/>
            <pc:sldMk cId="2252371588" sldId="268"/>
            <ac:spMk id="2" creationId="{21F4BCEB-11C4-E1E6-EF49-7CBD4405A846}"/>
          </ac:spMkLst>
        </pc:spChg>
        <pc:spChg chg="mod">
          <ac:chgData name="CTA24 乙成 隼士" userId="61cf1e87-e946-4c54-a84e-b17cc486914d" providerId="ADAL" clId="{490A5E6A-DE08-485E-98A5-335649A1BFE8}" dt="2026-10-02T07:17:13.335" v="1612"/>
          <ac:spMkLst>
            <pc:docMk/>
            <pc:sldMk cId="2252371588" sldId="268"/>
            <ac:spMk id="3" creationId="{AF2A2587-F206-3E99-D911-B97E7F605E2F}"/>
          </ac:spMkLst>
        </pc:spChg>
        <pc:spChg chg="add del mod">
          <ac:chgData name="CTA24 乙成 隼士" userId="61cf1e87-e946-4c54-a84e-b17cc486914d" providerId="ADAL" clId="{490A5E6A-DE08-485E-98A5-335649A1BFE8}" dt="2026-10-02T07:15:49.344" v="1548" actId="478"/>
          <ac:spMkLst>
            <pc:docMk/>
            <pc:sldMk cId="2252371588" sldId="268"/>
            <ac:spMk id="6" creationId="{AA59EF23-A5FD-C76F-1369-32BDCF058358}"/>
          </ac:spMkLst>
        </pc:spChg>
        <pc:spChg chg="mod">
          <ac:chgData name="CTA24 乙成 隼士" userId="61cf1e87-e946-4c54-a84e-b17cc486914d" providerId="ADAL" clId="{490A5E6A-DE08-485E-98A5-335649A1BFE8}" dt="2026-10-02T07:12:31.679" v="1419" actId="207"/>
          <ac:spMkLst>
            <pc:docMk/>
            <pc:sldMk cId="2252371588" sldId="268"/>
            <ac:spMk id="12" creationId="{1D2D4F49-0287-7DD1-D5C4-3C877AF944FE}"/>
          </ac:spMkLst>
        </pc:spChg>
        <pc:spChg chg="mod">
          <ac:chgData name="CTA24 乙成 隼士" userId="61cf1e87-e946-4c54-a84e-b17cc486914d" providerId="ADAL" clId="{490A5E6A-DE08-485E-98A5-335649A1BFE8}" dt="2026-10-02T07:14:32.790" v="1526"/>
          <ac:spMkLst>
            <pc:docMk/>
            <pc:sldMk cId="2252371588" sldId="268"/>
            <ac:spMk id="17" creationId="{2159FA5F-66D1-F704-0C66-000A10CCAB95}"/>
          </ac:spMkLst>
        </pc:spChg>
        <pc:spChg chg="mod">
          <ac:chgData name="CTA24 乙成 隼士" userId="61cf1e87-e946-4c54-a84e-b17cc486914d" providerId="ADAL" clId="{490A5E6A-DE08-485E-98A5-335649A1BFE8}" dt="2026-10-02T07:14:41.465" v="1537"/>
          <ac:spMkLst>
            <pc:docMk/>
            <pc:sldMk cId="2252371588" sldId="268"/>
            <ac:spMk id="23" creationId="{4209785B-2E5C-8E2A-1F34-EEC18ED1F9AB}"/>
          </ac:spMkLst>
        </pc:spChg>
        <pc:spChg chg="add">
          <ac:chgData name="CTA24 乙成 隼士" userId="61cf1e87-e946-4c54-a84e-b17cc486914d" providerId="ADAL" clId="{490A5E6A-DE08-485E-98A5-335649A1BFE8}" dt="2026-10-02T07:15:49.529" v="1549" actId="22"/>
          <ac:spMkLst>
            <pc:docMk/>
            <pc:sldMk cId="2252371588" sldId="268"/>
            <ac:spMk id="31" creationId="{1868DE68-A1AE-E25F-C227-5F4EB475D5F8}"/>
          </ac:spMkLst>
        </pc:spChg>
        <pc:spChg chg="mod">
          <ac:chgData name="CTA24 乙成 隼士" userId="61cf1e87-e946-4c54-a84e-b17cc486914d" providerId="ADAL" clId="{490A5E6A-DE08-485E-98A5-335649A1BFE8}" dt="2026-10-02T07:19:24.661" v="1704"/>
          <ac:spMkLst>
            <pc:docMk/>
            <pc:sldMk cId="2252371588" sldId="268"/>
            <ac:spMk id="34" creationId="{EB98D50E-6A39-5482-B59F-B139292EFE1A}"/>
          </ac:spMkLst>
        </pc:spChg>
        <pc:spChg chg="mod">
          <ac:chgData name="CTA24 乙成 隼士" userId="61cf1e87-e946-4c54-a84e-b17cc486914d" providerId="ADAL" clId="{490A5E6A-DE08-485E-98A5-335649A1BFE8}" dt="2026-10-02T07:19:24.661" v="1704"/>
          <ac:spMkLst>
            <pc:docMk/>
            <pc:sldMk cId="2252371588" sldId="268"/>
            <ac:spMk id="37" creationId="{E977E5D5-88F2-6F32-794C-5B3B8902F6D7}"/>
          </ac:spMkLst>
        </pc:spChg>
        <pc:grpChg chg="add del mod">
          <ac:chgData name="CTA24 乙成 隼士" userId="61cf1e87-e946-4c54-a84e-b17cc486914d" providerId="ADAL" clId="{490A5E6A-DE08-485E-98A5-335649A1BFE8}" dt="2026-10-02T07:14:35.409" v="1527" actId="478"/>
          <ac:grpSpMkLst>
            <pc:docMk/>
            <pc:sldMk cId="2252371588" sldId="268"/>
            <ac:grpSpMk id="9" creationId="{27032F9D-AB33-0A53-2C3F-4A46517ADAAB}"/>
          </ac:grpSpMkLst>
        </pc:grpChg>
        <pc:grpChg chg="mod">
          <ac:chgData name="CTA24 乙成 隼士" userId="61cf1e87-e946-4c54-a84e-b17cc486914d" providerId="ADAL" clId="{490A5E6A-DE08-485E-98A5-335649A1BFE8}" dt="2026-10-02T07:12:22.048" v="1399"/>
          <ac:grpSpMkLst>
            <pc:docMk/>
            <pc:sldMk cId="2252371588" sldId="268"/>
            <ac:grpSpMk id="11" creationId="{275DE936-9315-C9DD-96B1-50EF2A78EC1B}"/>
          </ac:grpSpMkLst>
        </pc:grpChg>
        <pc:grpChg chg="add mod">
          <ac:chgData name="CTA24 乙成 隼士" userId="61cf1e87-e946-4c54-a84e-b17cc486914d" providerId="ADAL" clId="{490A5E6A-DE08-485E-98A5-335649A1BFE8}" dt="2026-10-02T07:14:32.790" v="1526"/>
          <ac:grpSpMkLst>
            <pc:docMk/>
            <pc:sldMk cId="2252371588" sldId="268"/>
            <ac:grpSpMk id="14" creationId="{EA5B68EB-C38F-ABFD-DD7E-15326C723C79}"/>
          </ac:grpSpMkLst>
        </pc:grpChg>
        <pc:grpChg chg="mod">
          <ac:chgData name="CTA24 乙成 隼士" userId="61cf1e87-e946-4c54-a84e-b17cc486914d" providerId="ADAL" clId="{490A5E6A-DE08-485E-98A5-335649A1BFE8}" dt="2026-10-02T07:14:32.790" v="1526"/>
          <ac:grpSpMkLst>
            <pc:docMk/>
            <pc:sldMk cId="2252371588" sldId="268"/>
            <ac:grpSpMk id="16" creationId="{4E86A1D5-A7D2-D950-5769-26EB38AD5BB9}"/>
          </ac:grpSpMkLst>
        </pc:grpChg>
        <pc:grpChg chg="add mod">
          <ac:chgData name="CTA24 乙成 隼士" userId="61cf1e87-e946-4c54-a84e-b17cc486914d" providerId="ADAL" clId="{490A5E6A-DE08-485E-98A5-335649A1BFE8}" dt="2026-10-02T07:14:35.695" v="1528"/>
          <ac:grpSpMkLst>
            <pc:docMk/>
            <pc:sldMk cId="2252371588" sldId="268"/>
            <ac:grpSpMk id="20" creationId="{357B17C4-9869-7266-C3C8-BAFFF13D0712}"/>
          </ac:grpSpMkLst>
        </pc:grpChg>
        <pc:grpChg chg="mod">
          <ac:chgData name="CTA24 乙成 隼士" userId="61cf1e87-e946-4c54-a84e-b17cc486914d" providerId="ADAL" clId="{490A5E6A-DE08-485E-98A5-335649A1BFE8}" dt="2026-10-02T07:14:35.695" v="1528"/>
          <ac:grpSpMkLst>
            <pc:docMk/>
            <pc:sldMk cId="2252371588" sldId="268"/>
            <ac:grpSpMk id="22" creationId="{4417CD09-15F5-C9DE-A10A-A585AAA9C621}"/>
          </ac:grpSpMkLst>
        </pc:grpChg>
        <pc:grpChg chg="add del mod">
          <ac:chgData name="CTA24 乙成 隼士" userId="61cf1e87-e946-4c54-a84e-b17cc486914d" providerId="ADAL" clId="{490A5E6A-DE08-485E-98A5-335649A1BFE8}" dt="2026-10-02T07:19:30.464" v="1706" actId="21"/>
          <ac:grpSpMkLst>
            <pc:docMk/>
            <pc:sldMk cId="2252371588" sldId="268"/>
            <ac:grpSpMk id="32" creationId="{F0FDC213-9037-F256-32FA-899F3BD26E9F}"/>
          </ac:grpSpMkLst>
        </pc:grpChg>
        <pc:grpChg chg="mod">
          <ac:chgData name="CTA24 乙成 隼士" userId="61cf1e87-e946-4c54-a84e-b17cc486914d" providerId="ADAL" clId="{490A5E6A-DE08-485E-98A5-335649A1BFE8}" dt="2026-10-02T07:19:24.661" v="1704"/>
          <ac:grpSpMkLst>
            <pc:docMk/>
            <pc:sldMk cId="2252371588" sldId="268"/>
            <ac:grpSpMk id="33" creationId="{7B1EB29F-12C6-1286-62E8-22E212CD8BB1}"/>
          </ac:grpSpMkLst>
        </pc:grpChg>
        <pc:grpChg chg="mod">
          <ac:chgData name="CTA24 乙成 隼士" userId="61cf1e87-e946-4c54-a84e-b17cc486914d" providerId="ADAL" clId="{490A5E6A-DE08-485E-98A5-335649A1BFE8}" dt="2026-10-02T07:19:24.661" v="1704"/>
          <ac:grpSpMkLst>
            <pc:docMk/>
            <pc:sldMk cId="2252371588" sldId="268"/>
            <ac:grpSpMk id="36" creationId="{5A4FC4D7-7179-9EAF-3E64-E7A11A582221}"/>
          </ac:grpSpMkLst>
        </pc:grpChg>
        <pc:picChg chg="add mod">
          <ac:chgData name="CTA24 乙成 隼士" userId="61cf1e87-e946-4c54-a84e-b17cc486914d" providerId="ADAL" clId="{490A5E6A-DE08-485E-98A5-335649A1BFE8}" dt="2026-10-02T07:11:52.535" v="1380" actId="1076"/>
          <ac:picMkLst>
            <pc:docMk/>
            <pc:sldMk cId="2252371588" sldId="268"/>
            <ac:picMk id="5" creationId="{854B2B3A-D42D-D0F5-2D70-6A7E547155CB}"/>
          </ac:picMkLst>
        </pc:picChg>
        <pc:picChg chg="add del mod">
          <ac:chgData name="CTA24 乙成 隼士" userId="61cf1e87-e946-4c54-a84e-b17cc486914d" providerId="ADAL" clId="{490A5E6A-DE08-485E-98A5-335649A1BFE8}" dt="2026-10-02T07:06:52.361" v="982" actId="478"/>
          <ac:picMkLst>
            <pc:docMk/>
            <pc:sldMk cId="2252371588" sldId="268"/>
            <ac:picMk id="8" creationId="{156EE0E5-763A-F1E6-393D-962BDA223DD4}"/>
          </ac:picMkLst>
        </pc:picChg>
        <pc:picChg chg="mod">
          <ac:chgData name="CTA24 乙成 隼士" userId="61cf1e87-e946-4c54-a84e-b17cc486914d" providerId="ADAL" clId="{490A5E6A-DE08-485E-98A5-335649A1BFE8}" dt="2026-10-02T07:12:22.048" v="1399"/>
          <ac:picMkLst>
            <pc:docMk/>
            <pc:sldMk cId="2252371588" sldId="268"/>
            <ac:picMk id="10" creationId="{16C31D19-C7A5-6925-50AC-3E6A3D6A2A7B}"/>
          </ac:picMkLst>
        </pc:picChg>
        <pc:picChg chg="mod">
          <ac:chgData name="CTA24 乙成 隼士" userId="61cf1e87-e946-4c54-a84e-b17cc486914d" providerId="ADAL" clId="{490A5E6A-DE08-485E-98A5-335649A1BFE8}" dt="2026-10-02T07:12:22.048" v="1399"/>
          <ac:picMkLst>
            <pc:docMk/>
            <pc:sldMk cId="2252371588" sldId="268"/>
            <ac:picMk id="13" creationId="{485E72A6-F75F-981C-E2DB-60142F81DB38}"/>
          </ac:picMkLst>
        </pc:picChg>
        <pc:picChg chg="mod">
          <ac:chgData name="CTA24 乙成 隼士" userId="61cf1e87-e946-4c54-a84e-b17cc486914d" providerId="ADAL" clId="{490A5E6A-DE08-485E-98A5-335649A1BFE8}" dt="2026-10-02T07:14:32.790" v="1526"/>
          <ac:picMkLst>
            <pc:docMk/>
            <pc:sldMk cId="2252371588" sldId="268"/>
            <ac:picMk id="15" creationId="{DD2C2D8E-BADB-E804-E679-712ED8DA909B}"/>
          </ac:picMkLst>
        </pc:picChg>
        <pc:picChg chg="mod">
          <ac:chgData name="CTA24 乙成 隼士" userId="61cf1e87-e946-4c54-a84e-b17cc486914d" providerId="ADAL" clId="{490A5E6A-DE08-485E-98A5-335649A1BFE8}" dt="2026-10-02T07:14:32.790" v="1526"/>
          <ac:picMkLst>
            <pc:docMk/>
            <pc:sldMk cId="2252371588" sldId="268"/>
            <ac:picMk id="18" creationId="{C8FAA042-153E-46BB-1967-8D157350EC58}"/>
          </ac:picMkLst>
        </pc:picChg>
        <pc:picChg chg="add mod">
          <ac:chgData name="CTA24 乙成 隼士" userId="61cf1e87-e946-4c54-a84e-b17cc486914d" providerId="ADAL" clId="{490A5E6A-DE08-485E-98A5-335649A1BFE8}" dt="2026-10-02T07:14:32.790" v="1526"/>
          <ac:picMkLst>
            <pc:docMk/>
            <pc:sldMk cId="2252371588" sldId="268"/>
            <ac:picMk id="19" creationId="{1F1FB0A7-A2C0-84F5-3A3E-17D1825E853D}"/>
          </ac:picMkLst>
        </pc:picChg>
        <pc:picChg chg="mod">
          <ac:chgData name="CTA24 乙成 隼士" userId="61cf1e87-e946-4c54-a84e-b17cc486914d" providerId="ADAL" clId="{490A5E6A-DE08-485E-98A5-335649A1BFE8}" dt="2026-10-02T07:14:35.695" v="1528"/>
          <ac:picMkLst>
            <pc:docMk/>
            <pc:sldMk cId="2252371588" sldId="268"/>
            <ac:picMk id="21" creationId="{F50BD31B-A60D-0AE4-8468-8C0AE2585879}"/>
          </ac:picMkLst>
        </pc:picChg>
        <pc:picChg chg="mod">
          <ac:chgData name="CTA24 乙成 隼士" userId="61cf1e87-e946-4c54-a84e-b17cc486914d" providerId="ADAL" clId="{490A5E6A-DE08-485E-98A5-335649A1BFE8}" dt="2026-10-02T07:14:35.695" v="1528"/>
          <ac:picMkLst>
            <pc:docMk/>
            <pc:sldMk cId="2252371588" sldId="268"/>
            <ac:picMk id="24" creationId="{3CA82132-8807-C8BA-87D7-ACF1DEA687E5}"/>
          </ac:picMkLst>
        </pc:picChg>
        <pc:picChg chg="add mod">
          <ac:chgData name="CTA24 乙成 隼士" userId="61cf1e87-e946-4c54-a84e-b17cc486914d" providerId="ADAL" clId="{490A5E6A-DE08-485E-98A5-335649A1BFE8}" dt="2026-10-02T07:14:35.695" v="1528"/>
          <ac:picMkLst>
            <pc:docMk/>
            <pc:sldMk cId="2252371588" sldId="268"/>
            <ac:picMk id="25" creationId="{2E315AE6-DA57-DF6D-D290-EAF3457DA809}"/>
          </ac:picMkLst>
        </pc:picChg>
        <pc:picChg chg="add mod">
          <ac:chgData name="CTA24 乙成 隼士" userId="61cf1e87-e946-4c54-a84e-b17cc486914d" providerId="ADAL" clId="{490A5E6A-DE08-485E-98A5-335649A1BFE8}" dt="2026-10-02T07:15:04.449" v="1541" actId="1076"/>
          <ac:picMkLst>
            <pc:docMk/>
            <pc:sldMk cId="2252371588" sldId="268"/>
            <ac:picMk id="27" creationId="{1F8B12DB-3DED-6178-8D1A-51E74204FD38}"/>
          </ac:picMkLst>
        </pc:picChg>
        <pc:picChg chg="add del mod">
          <ac:chgData name="CTA24 乙成 隼士" userId="61cf1e87-e946-4c54-a84e-b17cc486914d" providerId="ADAL" clId="{490A5E6A-DE08-485E-98A5-335649A1BFE8}" dt="2026-10-02T07:15:22.190" v="1546" actId="21"/>
          <ac:picMkLst>
            <pc:docMk/>
            <pc:sldMk cId="2252371588" sldId="268"/>
            <ac:picMk id="29" creationId="{06BB544C-4D6F-9D6E-83ED-599C722590A1}"/>
          </ac:picMkLst>
        </pc:picChg>
        <pc:picChg chg="mod">
          <ac:chgData name="CTA24 乙成 隼士" userId="61cf1e87-e946-4c54-a84e-b17cc486914d" providerId="ADAL" clId="{490A5E6A-DE08-485E-98A5-335649A1BFE8}" dt="2026-10-02T07:19:24.661" v="1704"/>
          <ac:picMkLst>
            <pc:docMk/>
            <pc:sldMk cId="2252371588" sldId="268"/>
            <ac:picMk id="35" creationId="{0B79A340-7B12-4045-0668-900F400BF3F3}"/>
          </ac:picMkLst>
        </pc:picChg>
        <pc:picChg chg="mod">
          <ac:chgData name="CTA24 乙成 隼士" userId="61cf1e87-e946-4c54-a84e-b17cc486914d" providerId="ADAL" clId="{490A5E6A-DE08-485E-98A5-335649A1BFE8}" dt="2026-10-02T07:19:24.661" v="1704"/>
          <ac:picMkLst>
            <pc:docMk/>
            <pc:sldMk cId="2252371588" sldId="268"/>
            <ac:picMk id="38" creationId="{94A3DB94-B1AE-92C4-27CE-F7818F2F2A2C}"/>
          </ac:picMkLst>
        </pc:picChg>
      </pc:sldChg>
      <pc:sldChg chg="addSp delSp modSp new mod modTransition">
        <pc:chgData name="CTA24 乙成 隼士" userId="61cf1e87-e946-4c54-a84e-b17cc486914d" providerId="ADAL" clId="{490A5E6A-DE08-485E-98A5-335649A1BFE8}" dt="2026-10-02T07:23:12.603" v="1727" actId="1076"/>
        <pc:sldMkLst>
          <pc:docMk/>
          <pc:sldMk cId="908737757" sldId="269"/>
        </pc:sldMkLst>
        <pc:spChg chg="mod">
          <ac:chgData name="CTA24 乙成 隼士" userId="61cf1e87-e946-4c54-a84e-b17cc486914d" providerId="ADAL" clId="{490A5E6A-DE08-485E-98A5-335649A1BFE8}" dt="2026-10-02T07:13:22.904" v="1441"/>
          <ac:spMkLst>
            <pc:docMk/>
            <pc:sldMk cId="908737757" sldId="269"/>
            <ac:spMk id="2" creationId="{7380CA35-345C-6D88-486C-9C83F76E98C2}"/>
          </ac:spMkLst>
        </pc:spChg>
        <pc:spChg chg="mod">
          <ac:chgData name="CTA24 乙成 隼士" userId="61cf1e87-e946-4c54-a84e-b17cc486914d" providerId="ADAL" clId="{490A5E6A-DE08-485E-98A5-335649A1BFE8}" dt="2026-10-02T07:23:12.603" v="1727" actId="1076"/>
          <ac:spMkLst>
            <pc:docMk/>
            <pc:sldMk cId="908737757" sldId="269"/>
            <ac:spMk id="3" creationId="{6216A015-B670-26E9-D9DD-602380FD4F6D}"/>
          </ac:spMkLst>
        </pc:spChg>
        <pc:spChg chg="add del mod">
          <ac:chgData name="CTA24 乙成 隼士" userId="61cf1e87-e946-4c54-a84e-b17cc486914d" providerId="ADAL" clId="{490A5E6A-DE08-485E-98A5-335649A1BFE8}" dt="2026-10-02T07:18:27.262" v="1669" actId="20577"/>
          <ac:spMkLst>
            <pc:docMk/>
            <pc:sldMk cId="908737757" sldId="269"/>
            <ac:spMk id="7" creationId="{E977E5D5-88F2-6F32-794C-5B3B8902F6D7}"/>
          </ac:spMkLst>
        </pc:spChg>
        <pc:spChg chg="add mod">
          <ac:chgData name="CTA24 乙成 隼士" userId="61cf1e87-e946-4c54-a84e-b17cc486914d" providerId="ADAL" clId="{490A5E6A-DE08-485E-98A5-335649A1BFE8}" dt="2026-10-02T07:19:08.782" v="1701" actId="164"/>
          <ac:spMkLst>
            <pc:docMk/>
            <pc:sldMk cId="908737757" sldId="269"/>
            <ac:spMk id="9" creationId="{EB98D50E-6A39-5482-B59F-B139292EFE1A}"/>
          </ac:spMkLst>
        </pc:spChg>
        <pc:spChg chg="add del">
          <ac:chgData name="CTA24 乙成 隼士" userId="61cf1e87-e946-4c54-a84e-b17cc486914d" providerId="ADAL" clId="{490A5E6A-DE08-485E-98A5-335649A1BFE8}" dt="2026-10-02T07:20:58.793" v="1717" actId="478"/>
          <ac:spMkLst>
            <pc:docMk/>
            <pc:sldMk cId="908737757" sldId="269"/>
            <ac:spMk id="15" creationId="{0171D8EE-6546-2043-5951-E99321A16183}"/>
          </ac:spMkLst>
        </pc:spChg>
        <pc:spChg chg="add del mod">
          <ac:chgData name="CTA24 乙成 隼士" userId="61cf1e87-e946-4c54-a84e-b17cc486914d" providerId="ADAL" clId="{490A5E6A-DE08-485E-98A5-335649A1BFE8}" dt="2026-10-02T07:23:02.121" v="1724" actId="478"/>
          <ac:spMkLst>
            <pc:docMk/>
            <pc:sldMk cId="908737757" sldId="269"/>
            <ac:spMk id="17" creationId="{933D4330-AEAE-A596-1EB6-C8FE9E1DB5F4}"/>
          </ac:spMkLst>
        </pc:spChg>
        <pc:spChg chg="add">
          <ac:chgData name="CTA24 乙成 隼士" userId="61cf1e87-e946-4c54-a84e-b17cc486914d" providerId="ADAL" clId="{490A5E6A-DE08-485E-98A5-335649A1BFE8}" dt="2026-10-02T07:23:08.159" v="1725" actId="22"/>
          <ac:spMkLst>
            <pc:docMk/>
            <pc:sldMk cId="908737757" sldId="269"/>
            <ac:spMk id="19" creationId="{5B5A642B-5F7D-6F6D-C6A9-E647D83C503A}"/>
          </ac:spMkLst>
        </pc:spChg>
        <pc:spChg chg="mod">
          <ac:chgData name="CTA24 乙成 隼士" userId="61cf1e87-e946-4c54-a84e-b17cc486914d" providerId="ADAL" clId="{490A5E6A-DE08-485E-98A5-335649A1BFE8}" dt="2026-10-02T07:19:32.411" v="1707"/>
          <ac:spMkLst>
            <pc:docMk/>
            <pc:sldMk cId="908737757" sldId="269"/>
            <ac:spMk id="34" creationId="{EB98D50E-6A39-5482-B59F-B139292EFE1A}"/>
          </ac:spMkLst>
        </pc:spChg>
        <pc:spChg chg="mod">
          <ac:chgData name="CTA24 乙成 隼士" userId="61cf1e87-e946-4c54-a84e-b17cc486914d" providerId="ADAL" clId="{490A5E6A-DE08-485E-98A5-335649A1BFE8}" dt="2026-10-02T07:19:32.411" v="1707"/>
          <ac:spMkLst>
            <pc:docMk/>
            <pc:sldMk cId="908737757" sldId="269"/>
            <ac:spMk id="37" creationId="{E977E5D5-88F2-6F32-794C-5B3B8902F6D7}"/>
          </ac:spMkLst>
        </pc:spChg>
        <pc:grpChg chg="add mod">
          <ac:chgData name="CTA24 乙成 隼士" userId="61cf1e87-e946-4c54-a84e-b17cc486914d" providerId="ADAL" clId="{490A5E6A-DE08-485E-98A5-335649A1BFE8}" dt="2026-10-02T07:19:08.782" v="1701" actId="164"/>
          <ac:grpSpMkLst>
            <pc:docMk/>
            <pc:sldMk cId="908737757" sldId="269"/>
            <ac:grpSpMk id="4" creationId="{7B1EB29F-12C6-1286-62E8-22E212CD8BB1}"/>
          </ac:grpSpMkLst>
        </pc:grpChg>
        <pc:grpChg chg="add del mod">
          <ac:chgData name="CTA24 乙成 隼士" userId="61cf1e87-e946-4c54-a84e-b17cc486914d" providerId="ADAL" clId="{490A5E6A-DE08-485E-98A5-335649A1BFE8}" dt="2026-10-02T07:18:25.082" v="1668" actId="478"/>
          <ac:grpSpMkLst>
            <pc:docMk/>
            <pc:sldMk cId="908737757" sldId="269"/>
            <ac:grpSpMk id="6" creationId="{5A4FC4D7-7179-9EAF-3E64-E7A11A582221}"/>
          </ac:grpSpMkLst>
        </pc:grpChg>
        <pc:grpChg chg="add del mod">
          <ac:chgData name="CTA24 乙成 隼士" userId="61cf1e87-e946-4c54-a84e-b17cc486914d" providerId="ADAL" clId="{490A5E6A-DE08-485E-98A5-335649A1BFE8}" dt="2026-10-02T07:19:22.753" v="1703" actId="21"/>
          <ac:grpSpMkLst>
            <pc:docMk/>
            <pc:sldMk cId="908737757" sldId="269"/>
            <ac:grpSpMk id="10" creationId="{F0FDC213-9037-F256-32FA-899F3BD26E9F}"/>
          </ac:grpSpMkLst>
        </pc:grpChg>
        <pc:grpChg chg="add mod">
          <ac:chgData name="CTA24 乙成 隼士" userId="61cf1e87-e946-4c54-a84e-b17cc486914d" providerId="ADAL" clId="{490A5E6A-DE08-485E-98A5-335649A1BFE8}" dt="2026-10-02T07:21:05.145" v="1721" actId="1076"/>
          <ac:grpSpMkLst>
            <pc:docMk/>
            <pc:sldMk cId="908737757" sldId="269"/>
            <ac:grpSpMk id="32" creationId="{F0FDC213-9037-F256-32FA-899F3BD26E9F}"/>
          </ac:grpSpMkLst>
        </pc:grpChg>
        <pc:grpChg chg="mod">
          <ac:chgData name="CTA24 乙成 隼士" userId="61cf1e87-e946-4c54-a84e-b17cc486914d" providerId="ADAL" clId="{490A5E6A-DE08-485E-98A5-335649A1BFE8}" dt="2026-10-02T07:19:32.411" v="1707"/>
          <ac:grpSpMkLst>
            <pc:docMk/>
            <pc:sldMk cId="908737757" sldId="269"/>
            <ac:grpSpMk id="33" creationId="{7B1EB29F-12C6-1286-62E8-22E212CD8BB1}"/>
          </ac:grpSpMkLst>
        </pc:grpChg>
        <pc:grpChg chg="mod">
          <ac:chgData name="CTA24 乙成 隼士" userId="61cf1e87-e946-4c54-a84e-b17cc486914d" providerId="ADAL" clId="{490A5E6A-DE08-485E-98A5-335649A1BFE8}" dt="2026-10-02T07:19:32.411" v="1707"/>
          <ac:grpSpMkLst>
            <pc:docMk/>
            <pc:sldMk cId="908737757" sldId="269"/>
            <ac:grpSpMk id="36" creationId="{5A4FC4D7-7179-9EAF-3E64-E7A11A582221}"/>
          </ac:grpSpMkLst>
        </pc:grpChg>
        <pc:picChg chg="mod">
          <ac:chgData name="CTA24 乙成 隼士" userId="61cf1e87-e946-4c54-a84e-b17cc486914d" providerId="ADAL" clId="{490A5E6A-DE08-485E-98A5-335649A1BFE8}" dt="2026-10-02T07:18:12.189" v="1665"/>
          <ac:picMkLst>
            <pc:docMk/>
            <pc:sldMk cId="908737757" sldId="269"/>
            <ac:picMk id="5" creationId="{0B79A340-7B12-4045-0668-900F400BF3F3}"/>
          </ac:picMkLst>
        </pc:picChg>
        <pc:picChg chg="mod">
          <ac:chgData name="CTA24 乙成 隼士" userId="61cf1e87-e946-4c54-a84e-b17cc486914d" providerId="ADAL" clId="{490A5E6A-DE08-485E-98A5-335649A1BFE8}" dt="2026-10-02T07:18:29.891" v="1670" actId="1076"/>
          <ac:picMkLst>
            <pc:docMk/>
            <pc:sldMk cId="908737757" sldId="269"/>
            <ac:picMk id="8" creationId="{94A3DB94-B1AE-92C4-27CE-F7818F2F2A2C}"/>
          </ac:picMkLst>
        </pc:picChg>
        <pc:picChg chg="add mod">
          <ac:chgData name="CTA24 乙成 隼士" userId="61cf1e87-e946-4c54-a84e-b17cc486914d" providerId="ADAL" clId="{490A5E6A-DE08-485E-98A5-335649A1BFE8}" dt="2026-10-02T07:20:49.403" v="1714" actId="1076"/>
          <ac:picMkLst>
            <pc:docMk/>
            <pc:sldMk cId="908737757" sldId="269"/>
            <ac:picMk id="12" creationId="{A2ABEB24-C13E-9D20-E32A-8DD61D35E265}"/>
          </ac:picMkLst>
        </pc:picChg>
        <pc:picChg chg="add mod">
          <ac:chgData name="CTA24 乙成 隼士" userId="61cf1e87-e946-4c54-a84e-b17cc486914d" providerId="ADAL" clId="{490A5E6A-DE08-485E-98A5-335649A1BFE8}" dt="2026-10-02T07:20:51.450" v="1715" actId="1076"/>
          <ac:picMkLst>
            <pc:docMk/>
            <pc:sldMk cId="908737757" sldId="269"/>
            <ac:picMk id="14" creationId="{8500ECAC-206C-793A-7305-D678B348D1E8}"/>
          </ac:picMkLst>
        </pc:picChg>
        <pc:picChg chg="mod">
          <ac:chgData name="CTA24 乙成 隼士" userId="61cf1e87-e946-4c54-a84e-b17cc486914d" providerId="ADAL" clId="{490A5E6A-DE08-485E-98A5-335649A1BFE8}" dt="2026-10-02T07:19:32.411" v="1707"/>
          <ac:picMkLst>
            <pc:docMk/>
            <pc:sldMk cId="908737757" sldId="269"/>
            <ac:picMk id="35" creationId="{0B79A340-7B12-4045-0668-900F400BF3F3}"/>
          </ac:picMkLst>
        </pc:picChg>
        <pc:picChg chg="mod">
          <ac:chgData name="CTA24 乙成 隼士" userId="61cf1e87-e946-4c54-a84e-b17cc486914d" providerId="ADAL" clId="{490A5E6A-DE08-485E-98A5-335649A1BFE8}" dt="2026-10-02T07:19:32.411" v="1707"/>
          <ac:picMkLst>
            <pc:docMk/>
            <pc:sldMk cId="908737757" sldId="269"/>
            <ac:picMk id="38" creationId="{94A3DB94-B1AE-92C4-27CE-F7818F2F2A2C}"/>
          </ac:picMkLst>
        </pc:picChg>
      </pc:sldChg>
      <pc:sldChg chg="addSp delSp modSp new mod">
        <pc:chgData name="CTA24 乙成 隼士" userId="61cf1e87-e946-4c54-a84e-b17cc486914d" providerId="ADAL" clId="{490A5E6A-DE08-485E-98A5-335649A1BFE8}" dt="2026-10-02T07:28:40.416" v="2159"/>
        <pc:sldMkLst>
          <pc:docMk/>
          <pc:sldMk cId="1553364905" sldId="270"/>
        </pc:sldMkLst>
        <pc:spChg chg="mod">
          <ac:chgData name="CTA24 乙成 隼士" userId="61cf1e87-e946-4c54-a84e-b17cc486914d" providerId="ADAL" clId="{490A5E6A-DE08-485E-98A5-335649A1BFE8}" dt="2026-10-02T07:23:29.539" v="1761"/>
          <ac:spMkLst>
            <pc:docMk/>
            <pc:sldMk cId="1553364905" sldId="270"/>
            <ac:spMk id="2" creationId="{89325A16-C728-436E-C65E-FF1582F8850D}"/>
          </ac:spMkLst>
        </pc:spChg>
        <pc:spChg chg="mod">
          <ac:chgData name="CTA24 乙成 隼士" userId="61cf1e87-e946-4c54-a84e-b17cc486914d" providerId="ADAL" clId="{490A5E6A-DE08-485E-98A5-335649A1BFE8}" dt="2026-10-02T07:28:40.416" v="2159"/>
          <ac:spMkLst>
            <pc:docMk/>
            <pc:sldMk cId="1553364905" sldId="270"/>
            <ac:spMk id="3" creationId="{BDFF7C46-84DB-1779-F242-5978DD59E083}"/>
          </ac:spMkLst>
        </pc:spChg>
        <pc:picChg chg="add del mod">
          <ac:chgData name="CTA24 乙成 隼士" userId="61cf1e87-e946-4c54-a84e-b17cc486914d" providerId="ADAL" clId="{490A5E6A-DE08-485E-98A5-335649A1BFE8}" dt="2026-10-02T07:27:07.604" v="2087" actId="478"/>
          <ac:picMkLst>
            <pc:docMk/>
            <pc:sldMk cId="1553364905" sldId="270"/>
            <ac:picMk id="5" creationId="{6DE639F2-040F-B42A-2E46-9C98612B1305}"/>
          </ac:picMkLst>
        </pc:picChg>
        <pc:picChg chg="add mod">
          <ac:chgData name="CTA24 乙成 隼士" userId="61cf1e87-e946-4c54-a84e-b17cc486914d" providerId="ADAL" clId="{490A5E6A-DE08-485E-98A5-335649A1BFE8}" dt="2026-10-02T07:28:02.925" v="2098" actId="1076"/>
          <ac:picMkLst>
            <pc:docMk/>
            <pc:sldMk cId="1553364905" sldId="270"/>
            <ac:picMk id="7" creationId="{63EC5408-8773-EABC-3C97-9D3204126675}"/>
          </ac:picMkLst>
        </pc:picChg>
        <pc:picChg chg="add mod">
          <ac:chgData name="CTA24 乙成 隼士" userId="61cf1e87-e946-4c54-a84e-b17cc486914d" providerId="ADAL" clId="{490A5E6A-DE08-485E-98A5-335649A1BFE8}" dt="2026-10-02T07:28:02.925" v="2098" actId="1076"/>
          <ac:picMkLst>
            <pc:docMk/>
            <pc:sldMk cId="1553364905" sldId="270"/>
            <ac:picMk id="9" creationId="{F98680BD-06A7-8567-713B-6FE63E554296}"/>
          </ac:picMkLst>
        </pc:picChg>
      </pc:sldChg>
      <pc:sldChg chg="new del">
        <pc:chgData name="CTA24 乙成 隼士" userId="61cf1e87-e946-4c54-a84e-b17cc486914d" providerId="ADAL" clId="{490A5E6A-DE08-485E-98A5-335649A1BFE8}" dt="2026-10-02T07:28:17.433" v="2100" actId="47"/>
        <pc:sldMkLst>
          <pc:docMk/>
          <pc:sldMk cId="3053985154" sldId="271"/>
        </pc:sldMkLst>
      </pc:sldChg>
      <pc:sldMasterChg chg="modSp modSldLayout">
        <pc:chgData name="CTA24 乙成 隼士" userId="61cf1e87-e946-4c54-a84e-b17cc486914d" providerId="ADAL" clId="{490A5E6A-DE08-485E-98A5-335649A1BFE8}" dt="2026-10-01T01:53:55.442" v="7" actId="2711"/>
        <pc:sldMasterMkLst>
          <pc:docMk/>
          <pc:sldMasterMk cId="3914068597" sldId="2147483648"/>
        </pc:sldMasterMkLst>
        <pc:spChg chg="mod">
          <ac:chgData name="CTA24 乙成 隼士" userId="61cf1e87-e946-4c54-a84e-b17cc486914d" providerId="ADAL" clId="{490A5E6A-DE08-485E-98A5-335649A1BFE8}" dt="2026-10-01T01:53:49.059" v="6" actId="2711"/>
          <ac:spMkLst>
            <pc:docMk/>
            <pc:sldMasterMk cId="3914068597" sldId="2147483648"/>
            <ac:spMk id="2" creationId="{EC942417-5B95-F19A-811C-5719A567EDE5}"/>
          </ac:spMkLst>
        </pc:spChg>
        <pc:spChg chg="mod">
          <ac:chgData name="CTA24 乙成 隼士" userId="61cf1e87-e946-4c54-a84e-b17cc486914d" providerId="ADAL" clId="{490A5E6A-DE08-485E-98A5-335649A1BFE8}" dt="2026-10-01T01:53:55.442" v="7" actId="2711"/>
          <ac:spMkLst>
            <pc:docMk/>
            <pc:sldMasterMk cId="3914068597" sldId="2147483648"/>
            <ac:spMk id="3" creationId="{D2369607-CC9D-AA4B-2CB2-66623702BEB4}"/>
          </ac:spMkLst>
        </pc:spChg>
        <pc:sldLayoutChg chg="modSp mod">
          <pc:chgData name="CTA24 乙成 隼士" userId="61cf1e87-e946-4c54-a84e-b17cc486914d" providerId="ADAL" clId="{490A5E6A-DE08-485E-98A5-335649A1BFE8}" dt="2026-10-01T01:53:20.721" v="5" actId="2711"/>
          <pc:sldLayoutMkLst>
            <pc:docMk/>
            <pc:sldMasterMk cId="3914068597" sldId="2147483648"/>
            <pc:sldLayoutMk cId="3375784759" sldId="2147483649"/>
          </pc:sldLayoutMkLst>
          <pc:spChg chg="mod">
            <ac:chgData name="CTA24 乙成 隼士" userId="61cf1e87-e946-4c54-a84e-b17cc486914d" providerId="ADAL" clId="{490A5E6A-DE08-485E-98A5-335649A1BFE8}" dt="2026-10-01T01:53:20.721" v="5" actId="2711"/>
            <ac:spMkLst>
              <pc:docMk/>
              <pc:sldMasterMk cId="3914068597" sldId="2147483648"/>
              <pc:sldLayoutMk cId="3375784759" sldId="2147483649"/>
              <ac:spMk id="2" creationId="{695C382B-0F1E-60C3-F198-F4BA2A69A98A}"/>
            </ac:spMkLst>
          </pc:spChg>
          <pc:spChg chg="mod">
            <ac:chgData name="CTA24 乙成 隼士" userId="61cf1e87-e946-4c54-a84e-b17cc486914d" providerId="ADAL" clId="{490A5E6A-DE08-485E-98A5-335649A1BFE8}" dt="2026-10-01T01:53:20.359" v="4" actId="2711"/>
            <ac:spMkLst>
              <pc:docMk/>
              <pc:sldMasterMk cId="3914068597" sldId="2147483648"/>
              <pc:sldLayoutMk cId="3375784759" sldId="2147483649"/>
              <ac:spMk id="3" creationId="{FB64DC78-AD40-80AE-A581-471E4015E9CB}"/>
            </ac:spMkLst>
          </pc:spChg>
        </pc:sldLayoutChg>
      </pc:sldMasterChg>
      <pc:sldMasterChg chg="modSp modSldLayout">
        <pc:chgData name="CTA24 乙成 隼士" userId="61cf1e87-e946-4c54-a84e-b17cc486914d" providerId="ADAL" clId="{490A5E6A-DE08-485E-98A5-335649A1BFE8}" dt="2026-10-02T04:43:47.158" v="44" actId="255"/>
        <pc:sldMasterMkLst>
          <pc:docMk/>
          <pc:sldMasterMk cId="2884000074" sldId="2147483660"/>
        </pc:sldMasterMkLst>
        <pc:spChg chg="mod">
          <ac:chgData name="CTA24 乙成 隼士" userId="61cf1e87-e946-4c54-a84e-b17cc486914d" providerId="ADAL" clId="{490A5E6A-DE08-485E-98A5-335649A1BFE8}" dt="2026-10-02T04:43:47.158" v="44" actId="255"/>
          <ac:spMkLst>
            <pc:docMk/>
            <pc:sldMasterMk cId="2884000074" sldId="2147483660"/>
            <ac:spMk id="3" creationId="{E98A1A73-F16D-9346-7DE9-030CBC5F3939}"/>
          </ac:spMkLst>
        </pc:spChg>
        <pc:sldLayoutChg chg="modSp mod">
          <pc:chgData name="CTA24 乙成 隼士" userId="61cf1e87-e946-4c54-a84e-b17cc486914d" providerId="ADAL" clId="{490A5E6A-DE08-485E-98A5-335649A1BFE8}" dt="2026-10-02T04:37:19.223" v="10" actId="14100"/>
          <pc:sldLayoutMkLst>
            <pc:docMk/>
            <pc:sldMasterMk cId="2884000074" sldId="2147483660"/>
            <pc:sldLayoutMk cId="997772278" sldId="2147483662"/>
          </pc:sldLayoutMkLst>
          <pc:spChg chg="mod">
            <ac:chgData name="CTA24 乙成 隼士" userId="61cf1e87-e946-4c54-a84e-b17cc486914d" providerId="ADAL" clId="{490A5E6A-DE08-485E-98A5-335649A1BFE8}" dt="2026-10-02T04:37:19.223" v="10" actId="14100"/>
            <ac:spMkLst>
              <pc:docMk/>
              <pc:sldMasterMk cId="2884000074" sldId="2147483660"/>
              <pc:sldLayoutMk cId="997772278" sldId="2147483662"/>
              <ac:spMk id="3" creationId="{8B53D373-E95D-6EF0-E105-BAAB64AE67B6}"/>
            </ac:spMkLst>
          </pc:spChg>
        </pc:sldLayoutChg>
        <pc:sldLayoutChg chg="modSp mod">
          <pc:chgData name="CTA24 乙成 隼士" userId="61cf1e87-e946-4c54-a84e-b17cc486914d" providerId="ADAL" clId="{490A5E6A-DE08-485E-98A5-335649A1BFE8}" dt="2026-10-02T04:37:56.213" v="11" actId="14100"/>
          <pc:sldLayoutMkLst>
            <pc:docMk/>
            <pc:sldMasterMk cId="2884000074" sldId="2147483660"/>
            <pc:sldLayoutMk cId="1988641441" sldId="2147483663"/>
          </pc:sldLayoutMkLst>
          <pc:spChg chg="mod">
            <ac:chgData name="CTA24 乙成 隼士" userId="61cf1e87-e946-4c54-a84e-b17cc486914d" providerId="ADAL" clId="{490A5E6A-DE08-485E-98A5-335649A1BFE8}" dt="2026-10-02T04:37:56.213" v="11" actId="14100"/>
            <ac:spMkLst>
              <pc:docMk/>
              <pc:sldMasterMk cId="2884000074" sldId="2147483660"/>
              <pc:sldLayoutMk cId="1988641441" sldId="2147483663"/>
              <ac:spMk id="3" creationId="{8B53D373-E95D-6EF0-E105-BAAB64AE67B6}"/>
            </ac:spMkLst>
          </pc:spChg>
          <pc:spChg chg="mod">
            <ac:chgData name="CTA24 乙成 隼士" userId="61cf1e87-e946-4c54-a84e-b17cc486914d" providerId="ADAL" clId="{490A5E6A-DE08-485E-98A5-335649A1BFE8}" dt="2026-10-02T04:37:56.213" v="11" actId="14100"/>
            <ac:spMkLst>
              <pc:docMk/>
              <pc:sldMasterMk cId="2884000074" sldId="2147483660"/>
              <pc:sldLayoutMk cId="1988641441" sldId="2147483663"/>
              <ac:spMk id="6" creationId="{65977545-16E9-6B9D-D8F4-9115565039FC}"/>
            </ac:spMkLst>
          </pc:spChg>
        </pc:sldLayoutChg>
      </pc:sldMasterChg>
    </pc:docChg>
  </pc:docChgLst>
  <pc:docChgLst>
    <pc:chgData name="CTA24 松本 浩成" userId="S::nkc20246123@st.denpa.jp::e33a530c-3268-40ad-86e2-41a7415552ec" providerId="AD" clId="Web-{F081CC3D-E033-5E3A-CD17-09B2452A704F}"/>
    <pc:docChg chg="addSld">
      <pc:chgData name="CTA24 松本 浩成" userId="S::nkc20246123@st.denpa.jp::e33a530c-3268-40ad-86e2-41a7415552ec" providerId="AD" clId="Web-{F081CC3D-E033-5E3A-CD17-09B2452A704F}" dt="2026-10-01T01:47:23.663" v="2"/>
      <pc:docMkLst>
        <pc:docMk/>
      </pc:docMkLst>
      <pc:sldChg chg="new">
        <pc:chgData name="CTA24 松本 浩成" userId="S::nkc20246123@st.denpa.jp::e33a530c-3268-40ad-86e2-41a7415552ec" providerId="AD" clId="Web-{F081CC3D-E033-5E3A-CD17-09B2452A704F}" dt="2026-10-01T01:47:21.350" v="0"/>
        <pc:sldMkLst>
          <pc:docMk/>
          <pc:sldMk cId="3242455039" sldId="259"/>
        </pc:sldMkLst>
      </pc:sldChg>
      <pc:sldChg chg="new">
        <pc:chgData name="CTA24 松本 浩成" userId="S::nkc20246123@st.denpa.jp::e33a530c-3268-40ad-86e2-41a7415552ec" providerId="AD" clId="Web-{F081CC3D-E033-5E3A-CD17-09B2452A704F}" dt="2026-10-01T01:47:21.741" v="1"/>
        <pc:sldMkLst>
          <pc:docMk/>
          <pc:sldMk cId="293194973" sldId="260"/>
        </pc:sldMkLst>
      </pc:sldChg>
      <pc:sldChg chg="new">
        <pc:chgData name="CTA24 松本 浩成" userId="S::nkc20246123@st.denpa.jp::e33a530c-3268-40ad-86e2-41a7415552ec" providerId="AD" clId="Web-{F081CC3D-E033-5E3A-CD17-09B2452A704F}" dt="2026-10-01T01:47:23.663" v="2"/>
        <pc:sldMkLst>
          <pc:docMk/>
          <pc:sldMk cId="1085145657" sldId="261"/>
        </pc:sldMkLst>
      </pc:sldChg>
    </pc:docChg>
  </pc:docChgLst>
  <pc:docChgLst>
    <pc:chgData name="CTA24 松本 浩成" userId="e33a530c-3268-40ad-86e2-41a7415552ec" providerId="ADAL" clId="{2185EA59-5CEB-4336-A95C-4EDE104A6C3D}"/>
    <pc:docChg chg="custSel addSld delSld modSld">
      <pc:chgData name="CTA24 松本 浩成" userId="e33a530c-3268-40ad-86e2-41a7415552ec" providerId="ADAL" clId="{2185EA59-5CEB-4336-A95C-4EDE104A6C3D}" dt="2026-10-02T02:52:27.565" v="1291"/>
      <pc:docMkLst>
        <pc:docMk/>
      </pc:docMkLst>
      <pc:sldChg chg="modSp mod">
        <pc:chgData name="CTA24 松本 浩成" userId="e33a530c-3268-40ad-86e2-41a7415552ec" providerId="ADAL" clId="{2185EA59-5CEB-4336-A95C-4EDE104A6C3D}" dt="2026-10-01T02:14:44.363" v="241" actId="20577"/>
        <pc:sldMkLst>
          <pc:docMk/>
          <pc:sldMk cId="2556482953" sldId="257"/>
        </pc:sldMkLst>
        <pc:spChg chg="mod">
          <ac:chgData name="CTA24 松本 浩成" userId="e33a530c-3268-40ad-86e2-41a7415552ec" providerId="ADAL" clId="{2185EA59-5CEB-4336-A95C-4EDE104A6C3D}" dt="2026-10-01T01:49:58.542" v="7" actId="20577"/>
          <ac:spMkLst>
            <pc:docMk/>
            <pc:sldMk cId="2556482953" sldId="257"/>
            <ac:spMk id="2" creationId="{45B17CEF-C660-9CDA-0EC1-804A288101D8}"/>
          </ac:spMkLst>
        </pc:spChg>
        <pc:spChg chg="mod">
          <ac:chgData name="CTA24 松本 浩成" userId="e33a530c-3268-40ad-86e2-41a7415552ec" providerId="ADAL" clId="{2185EA59-5CEB-4336-A95C-4EDE104A6C3D}" dt="2026-10-01T02:14:44.363" v="241" actId="20577"/>
          <ac:spMkLst>
            <pc:docMk/>
            <pc:sldMk cId="2556482953" sldId="257"/>
            <ac:spMk id="3" creationId="{53C94341-5525-C800-7D12-2C37C2A9F7A1}"/>
          </ac:spMkLst>
        </pc:spChg>
      </pc:sldChg>
      <pc:sldChg chg="modSp mod">
        <pc:chgData name="CTA24 松本 浩成" userId="e33a530c-3268-40ad-86e2-41a7415552ec" providerId="ADAL" clId="{2185EA59-5CEB-4336-A95C-4EDE104A6C3D}" dt="2026-10-02T02:48:37.779" v="1283" actId="20577"/>
        <pc:sldMkLst>
          <pc:docMk/>
          <pc:sldMk cId="2056927977" sldId="258"/>
        </pc:sldMkLst>
        <pc:spChg chg="mod">
          <ac:chgData name="CTA24 松本 浩成" userId="e33a530c-3268-40ad-86e2-41a7415552ec" providerId="ADAL" clId="{2185EA59-5CEB-4336-A95C-4EDE104A6C3D}" dt="2026-10-02T02:45:37.519" v="1069" actId="20577"/>
          <ac:spMkLst>
            <pc:docMk/>
            <pc:sldMk cId="2056927977" sldId="258"/>
            <ac:spMk id="2" creationId="{8BEAC3D1-F1F8-9204-CF26-F60788269604}"/>
          </ac:spMkLst>
        </pc:spChg>
        <pc:spChg chg="mod">
          <ac:chgData name="CTA24 松本 浩成" userId="e33a530c-3268-40ad-86e2-41a7415552ec" providerId="ADAL" clId="{2185EA59-5CEB-4336-A95C-4EDE104A6C3D}" dt="2026-10-02T02:48:37.779" v="1283" actId="20577"/>
          <ac:spMkLst>
            <pc:docMk/>
            <pc:sldMk cId="2056927977" sldId="258"/>
            <ac:spMk id="3" creationId="{06458836-D493-D8DE-E984-62A574A293E0}"/>
          </ac:spMkLst>
        </pc:spChg>
      </pc:sldChg>
      <pc:sldChg chg="modSp mod">
        <pc:chgData name="CTA24 松本 浩成" userId="e33a530c-3268-40ad-86e2-41a7415552ec" providerId="ADAL" clId="{2185EA59-5CEB-4336-A95C-4EDE104A6C3D}" dt="2026-10-02T02:52:27.565" v="1291"/>
        <pc:sldMkLst>
          <pc:docMk/>
          <pc:sldMk cId="3242455039" sldId="259"/>
        </pc:sldMkLst>
        <pc:spChg chg="mod">
          <ac:chgData name="CTA24 松本 浩成" userId="e33a530c-3268-40ad-86e2-41a7415552ec" providerId="ADAL" clId="{2185EA59-5CEB-4336-A95C-4EDE104A6C3D}" dt="2026-10-01T01:50:46.264" v="58" actId="20577"/>
          <ac:spMkLst>
            <pc:docMk/>
            <pc:sldMk cId="3242455039" sldId="259"/>
            <ac:spMk id="2" creationId="{C3C82024-BE79-6065-C9F1-AEEA96F45C57}"/>
          </ac:spMkLst>
        </pc:spChg>
        <pc:spChg chg="mod">
          <ac:chgData name="CTA24 松本 浩成" userId="e33a530c-3268-40ad-86e2-41a7415552ec" providerId="ADAL" clId="{2185EA59-5CEB-4336-A95C-4EDE104A6C3D}" dt="2026-10-02T02:52:27.565" v="1291"/>
          <ac:spMkLst>
            <pc:docMk/>
            <pc:sldMk cId="3242455039" sldId="259"/>
            <ac:spMk id="3" creationId="{2115FCBA-74F1-24C5-C13E-189E787C114D}"/>
          </ac:spMkLst>
        </pc:spChg>
      </pc:sldChg>
      <pc:sldChg chg="addSp delSp modSp mod">
        <pc:chgData name="CTA24 松本 浩成" userId="e33a530c-3268-40ad-86e2-41a7415552ec" providerId="ADAL" clId="{2185EA59-5CEB-4336-A95C-4EDE104A6C3D}" dt="2026-10-01T02:35:52.838" v="817" actId="20577"/>
        <pc:sldMkLst>
          <pc:docMk/>
          <pc:sldMk cId="293194973" sldId="260"/>
        </pc:sldMkLst>
        <pc:spChg chg="mod">
          <ac:chgData name="CTA24 松本 浩成" userId="e33a530c-3268-40ad-86e2-41a7415552ec" providerId="ADAL" clId="{2185EA59-5CEB-4336-A95C-4EDE104A6C3D}" dt="2026-10-01T02:35:52.838" v="817" actId="20577"/>
          <ac:spMkLst>
            <pc:docMk/>
            <pc:sldMk cId="293194973" sldId="260"/>
            <ac:spMk id="2" creationId="{3712958A-A6EC-99FB-58AD-26A9B6506879}"/>
          </ac:spMkLst>
        </pc:spChg>
        <pc:spChg chg="mod">
          <ac:chgData name="CTA24 松本 浩成" userId="e33a530c-3268-40ad-86e2-41a7415552ec" providerId="ADAL" clId="{2185EA59-5CEB-4336-A95C-4EDE104A6C3D}" dt="2026-10-01T02:25:22.527" v="669" actId="5793"/>
          <ac:spMkLst>
            <pc:docMk/>
            <pc:sldMk cId="293194973" sldId="260"/>
            <ac:spMk id="3" creationId="{61FC730E-A72E-211A-868D-7A199474F7A5}"/>
          </ac:spMkLst>
        </pc:spChg>
        <pc:picChg chg="add del mod">
          <ac:chgData name="CTA24 松本 浩成" userId="e33a530c-3268-40ad-86e2-41a7415552ec" providerId="ADAL" clId="{2185EA59-5CEB-4336-A95C-4EDE104A6C3D}" dt="2026-10-01T02:28:16.274" v="743" actId="478"/>
          <ac:picMkLst>
            <pc:docMk/>
            <pc:sldMk cId="293194973" sldId="260"/>
            <ac:picMk id="5" creationId="{F68421EA-2EDB-5385-BEFE-6BEC7AEA4A57}"/>
          </ac:picMkLst>
        </pc:picChg>
        <pc:picChg chg="add del mod">
          <ac:chgData name="CTA24 松本 浩成" userId="e33a530c-3268-40ad-86e2-41a7415552ec" providerId="ADAL" clId="{2185EA59-5CEB-4336-A95C-4EDE104A6C3D}" dt="2026-10-01T02:28:29.381" v="746" actId="478"/>
          <ac:picMkLst>
            <pc:docMk/>
            <pc:sldMk cId="293194973" sldId="260"/>
            <ac:picMk id="7" creationId="{D836B53C-689F-BBC8-A591-115DD15207D2}"/>
          </ac:picMkLst>
        </pc:picChg>
        <pc:picChg chg="add del mod">
          <ac:chgData name="CTA24 松本 浩成" userId="e33a530c-3268-40ad-86e2-41a7415552ec" providerId="ADAL" clId="{2185EA59-5CEB-4336-A95C-4EDE104A6C3D}" dt="2026-10-01T02:28:45.152" v="749" actId="478"/>
          <ac:picMkLst>
            <pc:docMk/>
            <pc:sldMk cId="293194973" sldId="260"/>
            <ac:picMk id="9" creationId="{F1D6938F-C80C-D4D2-AAD6-DEEA2E20EF33}"/>
          </ac:picMkLst>
        </pc:picChg>
        <pc:picChg chg="add mod">
          <ac:chgData name="CTA24 松本 浩成" userId="e33a530c-3268-40ad-86e2-41a7415552ec" providerId="ADAL" clId="{2185EA59-5CEB-4336-A95C-4EDE104A6C3D}" dt="2026-10-01T02:30:57.320" v="763" actId="1076"/>
          <ac:picMkLst>
            <pc:docMk/>
            <pc:sldMk cId="293194973" sldId="260"/>
            <ac:picMk id="11" creationId="{A274B8AA-205D-F926-403F-31B7666C6711}"/>
          </ac:picMkLst>
        </pc:picChg>
      </pc:sldChg>
      <pc:sldChg chg="modSp mod">
        <pc:chgData name="CTA24 松本 浩成" userId="e33a530c-3268-40ad-86e2-41a7415552ec" providerId="ADAL" clId="{2185EA59-5CEB-4336-A95C-4EDE104A6C3D}" dt="2026-10-01T01:55:03.587" v="90" actId="20577"/>
        <pc:sldMkLst>
          <pc:docMk/>
          <pc:sldMk cId="1085145657" sldId="261"/>
        </pc:sldMkLst>
        <pc:spChg chg="mod">
          <ac:chgData name="CTA24 松本 浩成" userId="e33a530c-3268-40ad-86e2-41a7415552ec" providerId="ADAL" clId="{2185EA59-5CEB-4336-A95C-4EDE104A6C3D}" dt="2026-10-01T01:55:03.587" v="90" actId="20577"/>
          <ac:spMkLst>
            <pc:docMk/>
            <pc:sldMk cId="1085145657" sldId="261"/>
            <ac:spMk id="2" creationId="{85614D47-CEC5-CD9D-D2A6-27C919639946}"/>
          </ac:spMkLst>
        </pc:spChg>
      </pc:sldChg>
      <pc:sldChg chg="addSp modSp add mod">
        <pc:chgData name="CTA24 松本 浩成" userId="e33a530c-3268-40ad-86e2-41a7415552ec" providerId="ADAL" clId="{2185EA59-5CEB-4336-A95C-4EDE104A6C3D}" dt="2026-10-01T02:36:02.592" v="837" actId="20577"/>
        <pc:sldMkLst>
          <pc:docMk/>
          <pc:sldMk cId="232367722" sldId="262"/>
        </pc:sldMkLst>
        <pc:spChg chg="mod">
          <ac:chgData name="CTA24 松本 浩成" userId="e33a530c-3268-40ad-86e2-41a7415552ec" providerId="ADAL" clId="{2185EA59-5CEB-4336-A95C-4EDE104A6C3D}" dt="2026-10-01T02:36:02.592" v="837" actId="20577"/>
          <ac:spMkLst>
            <pc:docMk/>
            <pc:sldMk cId="232367722" sldId="262"/>
            <ac:spMk id="2" creationId="{648EB0BF-850C-1A48-8154-3A85329EE3E8}"/>
          </ac:spMkLst>
        </pc:spChg>
        <pc:spChg chg="mod">
          <ac:chgData name="CTA24 松本 浩成" userId="e33a530c-3268-40ad-86e2-41a7415552ec" providerId="ADAL" clId="{2185EA59-5CEB-4336-A95C-4EDE104A6C3D}" dt="2026-10-01T02:26:24.029" v="674" actId="5793"/>
          <ac:spMkLst>
            <pc:docMk/>
            <pc:sldMk cId="232367722" sldId="262"/>
            <ac:spMk id="3" creationId="{AB142760-6D72-09FD-F7A5-37669A61256B}"/>
          </ac:spMkLst>
        </pc:spChg>
        <pc:picChg chg="add mod">
          <ac:chgData name="CTA24 松本 浩成" userId="e33a530c-3268-40ad-86e2-41a7415552ec" providerId="ADAL" clId="{2185EA59-5CEB-4336-A95C-4EDE104A6C3D}" dt="2026-10-01T02:30:31.406" v="754" actId="1076"/>
          <ac:picMkLst>
            <pc:docMk/>
            <pc:sldMk cId="232367722" sldId="262"/>
            <ac:picMk id="5" creationId="{5DF86F9F-9CAB-C454-A66D-5FDDDF6156B4}"/>
          </ac:picMkLst>
        </pc:picChg>
        <pc:picChg chg="add mod">
          <ac:chgData name="CTA24 松本 浩成" userId="e33a530c-3268-40ad-86e2-41a7415552ec" providerId="ADAL" clId="{2185EA59-5CEB-4336-A95C-4EDE104A6C3D}" dt="2026-10-01T02:30:43.957" v="759" actId="1076"/>
          <ac:picMkLst>
            <pc:docMk/>
            <pc:sldMk cId="232367722" sldId="262"/>
            <ac:picMk id="7" creationId="{2182AE24-C32B-6E2A-EBAD-456B671022A7}"/>
          </ac:picMkLst>
        </pc:picChg>
      </pc:sldChg>
      <pc:sldChg chg="new del">
        <pc:chgData name="CTA24 松本 浩成" userId="e33a530c-3268-40ad-86e2-41a7415552ec" providerId="ADAL" clId="{2185EA59-5CEB-4336-A95C-4EDE104A6C3D}" dt="2026-10-01T01:56:06.789" v="91" actId="47"/>
        <pc:sldMkLst>
          <pc:docMk/>
          <pc:sldMk cId="3830625765" sldId="262"/>
        </pc:sldMkLst>
      </pc:sldChg>
      <pc:sldChg chg="new del">
        <pc:chgData name="CTA24 松本 浩成" userId="e33a530c-3268-40ad-86e2-41a7415552ec" providerId="ADAL" clId="{2185EA59-5CEB-4336-A95C-4EDE104A6C3D}" dt="2026-10-01T02:15:08.915" v="242" actId="47"/>
        <pc:sldMkLst>
          <pc:docMk/>
          <pc:sldMk cId="4235600099" sldId="262"/>
        </pc:sldMkLst>
      </pc:sldChg>
      <pc:sldChg chg="addSp delSp modSp add mod">
        <pc:chgData name="CTA24 松本 浩成" userId="e33a530c-3268-40ad-86e2-41a7415552ec" providerId="ADAL" clId="{2185EA59-5CEB-4336-A95C-4EDE104A6C3D}" dt="2026-10-01T02:36:11.213" v="857" actId="20577"/>
        <pc:sldMkLst>
          <pc:docMk/>
          <pc:sldMk cId="3858075842" sldId="263"/>
        </pc:sldMkLst>
        <pc:spChg chg="mod">
          <ac:chgData name="CTA24 松本 浩成" userId="e33a530c-3268-40ad-86e2-41a7415552ec" providerId="ADAL" clId="{2185EA59-5CEB-4336-A95C-4EDE104A6C3D}" dt="2026-10-01T02:36:11.213" v="857" actId="20577"/>
          <ac:spMkLst>
            <pc:docMk/>
            <pc:sldMk cId="3858075842" sldId="263"/>
            <ac:spMk id="2" creationId="{E444DAE4-A418-F9F1-3A39-6BC9B0A1DA48}"/>
          </ac:spMkLst>
        </pc:spChg>
        <pc:spChg chg="mod">
          <ac:chgData name="CTA24 松本 浩成" userId="e33a530c-3268-40ad-86e2-41a7415552ec" providerId="ADAL" clId="{2185EA59-5CEB-4336-A95C-4EDE104A6C3D}" dt="2026-10-01T02:27:42.914" v="741" actId="20577"/>
          <ac:spMkLst>
            <pc:docMk/>
            <pc:sldMk cId="3858075842" sldId="263"/>
            <ac:spMk id="3" creationId="{67327651-8249-1342-72C1-325AEE4D8608}"/>
          </ac:spMkLst>
        </pc:spChg>
        <pc:picChg chg="add mod">
          <ac:chgData name="CTA24 松本 浩成" userId="e33a530c-3268-40ad-86e2-41a7415552ec" providerId="ADAL" clId="{2185EA59-5CEB-4336-A95C-4EDE104A6C3D}" dt="2026-10-01T02:31:42.854" v="768" actId="1076"/>
          <ac:picMkLst>
            <pc:docMk/>
            <pc:sldMk cId="3858075842" sldId="263"/>
            <ac:picMk id="5" creationId="{0BD20450-37C2-3B9A-CF68-F8AF1FA5CB72}"/>
          </ac:picMkLst>
        </pc:picChg>
        <pc:picChg chg="add del mod modCrop">
          <ac:chgData name="CTA24 松本 浩成" userId="e33a530c-3268-40ad-86e2-41a7415552ec" providerId="ADAL" clId="{2185EA59-5CEB-4336-A95C-4EDE104A6C3D}" dt="2026-10-01T02:34:23.377" v="776" actId="478"/>
          <ac:picMkLst>
            <pc:docMk/>
            <pc:sldMk cId="3858075842" sldId="263"/>
            <ac:picMk id="7" creationId="{32A4AA3E-051E-4849-21B8-5FDEFCC850AE}"/>
          </ac:picMkLst>
        </pc:picChg>
        <pc:picChg chg="add del mod">
          <ac:chgData name="CTA24 松本 浩成" userId="e33a530c-3268-40ad-86e2-41a7415552ec" providerId="ADAL" clId="{2185EA59-5CEB-4336-A95C-4EDE104A6C3D}" dt="2026-10-01T02:35:01.889" v="784" actId="478"/>
          <ac:picMkLst>
            <pc:docMk/>
            <pc:sldMk cId="3858075842" sldId="263"/>
            <ac:picMk id="9" creationId="{020B2474-6319-4A3E-3871-7DC3C333F280}"/>
          </ac:picMkLst>
        </pc:picChg>
        <pc:picChg chg="add mod">
          <ac:chgData name="CTA24 松本 浩成" userId="e33a530c-3268-40ad-86e2-41a7415552ec" providerId="ADAL" clId="{2185EA59-5CEB-4336-A95C-4EDE104A6C3D}" dt="2026-10-01T02:35:13.490" v="787" actId="1076"/>
          <ac:picMkLst>
            <pc:docMk/>
            <pc:sldMk cId="3858075842" sldId="263"/>
            <ac:picMk id="11" creationId="{CACD6324-03D6-D592-1D64-405D9817ED4C}"/>
          </ac:picMkLst>
        </pc:picChg>
      </pc:sldChg>
      <pc:sldChg chg="modSp new mod">
        <pc:chgData name="CTA24 松本 浩成" userId="e33a530c-3268-40ad-86e2-41a7415552ec" providerId="ADAL" clId="{2185EA59-5CEB-4336-A95C-4EDE104A6C3D}" dt="2026-10-01T02:37:46.362" v="998" actId="20577"/>
        <pc:sldMkLst>
          <pc:docMk/>
          <pc:sldMk cId="3494541738" sldId="264"/>
        </pc:sldMkLst>
        <pc:spChg chg="mod">
          <ac:chgData name="CTA24 松本 浩成" userId="e33a530c-3268-40ad-86e2-41a7415552ec" providerId="ADAL" clId="{2185EA59-5CEB-4336-A95C-4EDE104A6C3D}" dt="2026-10-01T02:36:30.317" v="877" actId="20577"/>
          <ac:spMkLst>
            <pc:docMk/>
            <pc:sldMk cId="3494541738" sldId="264"/>
            <ac:spMk id="2" creationId="{CE8BAB70-FF33-A84E-B046-08884840C61A}"/>
          </ac:spMkLst>
        </pc:spChg>
        <pc:spChg chg="mod">
          <ac:chgData name="CTA24 松本 浩成" userId="e33a530c-3268-40ad-86e2-41a7415552ec" providerId="ADAL" clId="{2185EA59-5CEB-4336-A95C-4EDE104A6C3D}" dt="2026-10-01T02:37:46.362" v="998" actId="20577"/>
          <ac:spMkLst>
            <pc:docMk/>
            <pc:sldMk cId="3494541738" sldId="264"/>
            <ac:spMk id="3" creationId="{D15F0A7A-1DA0-9CA7-C498-1B026C60E890}"/>
          </ac:spMkLst>
        </pc:spChg>
      </pc:sldChg>
    </pc:docChg>
  </pc:docChgLst>
  <pc:docChgLst>
    <pc:chgData name="CTA24 松本 浩成" userId="S::nkc20246123@st.denpa.jp::e33a530c-3268-40ad-86e2-41a7415552ec" providerId="AD" clId="Web-{00000000-0000-0000-0000-000000000000}"/>
    <pc:docChg chg="modSld">
      <pc:chgData name="CTA24 松本 浩成" userId="S::nkc20246123@st.denpa.jp::e33a530c-3268-40ad-86e2-41a7415552ec" providerId="AD" clId="Web-{00000000-0000-0000-0000-000000000000}" dt="2026-10-02T03:01:47.679" v="0"/>
      <pc:docMkLst>
        <pc:docMk/>
      </pc:docMkLst>
      <pc:sldChg chg="addSp delSp modSp">
        <pc:chgData name="CTA24 松本 浩成" userId="S::nkc20246123@st.denpa.jp::e33a530c-3268-40ad-86e2-41a7415552ec" providerId="AD" clId="Web-{00000000-0000-0000-0000-000000000000}" dt="2026-10-02T03:01:47.679" v="0"/>
        <pc:sldMkLst>
          <pc:docMk/>
          <pc:sldMk cId="1085145657" sldId="261"/>
        </pc:sldMkLst>
        <pc:spChg chg="del">
          <ac:chgData name="CTA24 松本 浩成" userId="S::nkc20246123@st.denpa.jp::e33a530c-3268-40ad-86e2-41a7415552ec" providerId="AD" clId="Web-{00000000-0000-0000-0000-000000000000}" dt="2026-10-02T03:01:47.679" v="0"/>
          <ac:spMkLst>
            <pc:docMk/>
            <pc:sldMk cId="1085145657" sldId="261"/>
            <ac:spMk id="3" creationId="{1AB81926-0F4E-0BF1-59C4-653F5B2920C9}"/>
          </ac:spMkLst>
        </pc:spChg>
        <pc:picChg chg="add mod ord">
          <ac:chgData name="CTA24 松本 浩成" userId="S::nkc20246123@st.denpa.jp::e33a530c-3268-40ad-86e2-41a7415552ec" providerId="AD" clId="Web-{00000000-0000-0000-0000-000000000000}" dt="2026-10-02T03:01:47.679" v="0"/>
          <ac:picMkLst>
            <pc:docMk/>
            <pc:sldMk cId="1085145657" sldId="261"/>
            <ac:picMk id="4" creationId="{C30E7B5D-B163-30C7-CC55-54230AFF33CE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27C8DA-DA4A-472A-9704-745845CE4A3E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kumimoji="1" lang="ja-JP" altLang="en-US"/>
        </a:p>
      </dgm:t>
    </dgm:pt>
    <dgm:pt modelId="{9ADAD559-AF06-4C56-A6C3-B9F837E05D5A}">
      <dgm:prSet custT="1"/>
      <dgm:spPr/>
      <dgm:t>
        <a:bodyPr/>
        <a:lstStyle/>
        <a:p>
          <a:r>
            <a:rPr kumimoji="1" lang="ja-JP" altLang="en-US" sz="2800" dirty="0"/>
            <a:t>メンバー紹介</a:t>
          </a:r>
          <a:endParaRPr lang="ja-JP" altLang="en-US" sz="2800" dirty="0"/>
        </a:p>
      </dgm:t>
    </dgm:pt>
    <dgm:pt modelId="{2E0F3952-C023-4FAA-AA93-12ECAA2A43C1}" type="parTrans" cxnId="{26CF7AC6-5794-4A9D-951B-AE4B36776DDA}">
      <dgm:prSet/>
      <dgm:spPr/>
      <dgm:t>
        <a:bodyPr/>
        <a:lstStyle/>
        <a:p>
          <a:endParaRPr kumimoji="1" lang="ja-JP" altLang="en-US" sz="1600"/>
        </a:p>
      </dgm:t>
    </dgm:pt>
    <dgm:pt modelId="{0F3F6A3A-57FC-4C18-8C9A-5C2C8E251990}" type="sibTrans" cxnId="{26CF7AC6-5794-4A9D-951B-AE4B36776DDA}">
      <dgm:prSet/>
      <dgm:spPr/>
      <dgm:t>
        <a:bodyPr/>
        <a:lstStyle/>
        <a:p>
          <a:endParaRPr kumimoji="1" lang="ja-JP" altLang="en-US" sz="1600"/>
        </a:p>
      </dgm:t>
    </dgm:pt>
    <dgm:pt modelId="{1BB930F2-EEE1-472B-B2C6-365ABD943B0D}">
      <dgm:prSet custT="1"/>
      <dgm:spPr/>
      <dgm:t>
        <a:bodyPr/>
        <a:lstStyle/>
        <a:p>
          <a:r>
            <a:rPr kumimoji="1" lang="ja-JP" altLang="en-US" sz="2800"/>
            <a:t>制作目的</a:t>
          </a:r>
          <a:endParaRPr lang="ja-JP" altLang="en-US" sz="2800"/>
        </a:p>
      </dgm:t>
    </dgm:pt>
    <dgm:pt modelId="{A06FF238-7FA2-427D-8CE4-88FCA3EB2B16}" type="parTrans" cxnId="{83E37A7B-B127-435B-B28B-C1F2C2AC9EDE}">
      <dgm:prSet/>
      <dgm:spPr/>
      <dgm:t>
        <a:bodyPr/>
        <a:lstStyle/>
        <a:p>
          <a:endParaRPr kumimoji="1" lang="ja-JP" altLang="en-US" sz="1600"/>
        </a:p>
      </dgm:t>
    </dgm:pt>
    <dgm:pt modelId="{86053BB8-FAD8-4C4A-961B-AE99C89A24C7}" type="sibTrans" cxnId="{83E37A7B-B127-435B-B28B-C1F2C2AC9EDE}">
      <dgm:prSet/>
      <dgm:spPr/>
      <dgm:t>
        <a:bodyPr/>
        <a:lstStyle/>
        <a:p>
          <a:endParaRPr kumimoji="1" lang="ja-JP" altLang="en-US" sz="1600"/>
        </a:p>
      </dgm:t>
    </dgm:pt>
    <dgm:pt modelId="{4770FEB6-B61E-4352-AFF6-C906A3D98A28}">
      <dgm:prSet custT="1"/>
      <dgm:spPr/>
      <dgm:t>
        <a:bodyPr/>
        <a:lstStyle/>
        <a:p>
          <a:r>
            <a:rPr kumimoji="1" lang="ja-JP" sz="2800" dirty="0"/>
            <a:t>システム紹介</a:t>
          </a:r>
          <a:br>
            <a:rPr kumimoji="1" lang="en-US" altLang="ja-JP" sz="2800" dirty="0"/>
          </a:br>
          <a:r>
            <a:rPr kumimoji="1" lang="ja-JP" sz="2800" dirty="0"/>
            <a:t>仕様技術</a:t>
          </a:r>
          <a:endParaRPr lang="ja-JP" sz="2800" dirty="0"/>
        </a:p>
      </dgm:t>
    </dgm:pt>
    <dgm:pt modelId="{6A8C71AC-873D-4404-B0F6-B79ADD61FD89}" type="parTrans" cxnId="{7B335AC5-F638-437D-B963-28792FCF179B}">
      <dgm:prSet/>
      <dgm:spPr/>
      <dgm:t>
        <a:bodyPr/>
        <a:lstStyle/>
        <a:p>
          <a:endParaRPr kumimoji="1" lang="ja-JP" altLang="en-US" sz="1600"/>
        </a:p>
      </dgm:t>
    </dgm:pt>
    <dgm:pt modelId="{08C0CD8A-6D00-4A18-A356-E3AD9AC20D86}" type="sibTrans" cxnId="{7B335AC5-F638-437D-B963-28792FCF179B}">
      <dgm:prSet/>
      <dgm:spPr/>
      <dgm:t>
        <a:bodyPr/>
        <a:lstStyle/>
        <a:p>
          <a:endParaRPr kumimoji="1" lang="ja-JP" altLang="en-US" sz="1600"/>
        </a:p>
      </dgm:t>
    </dgm:pt>
    <dgm:pt modelId="{B52DFADF-11E0-4EB4-84B3-4F30A362226E}">
      <dgm:prSet custT="1"/>
      <dgm:spPr/>
      <dgm:t>
        <a:bodyPr/>
        <a:lstStyle/>
        <a:p>
          <a:r>
            <a:rPr kumimoji="1" lang="ja-JP" sz="2800" dirty="0"/>
            <a:t>開発</a:t>
          </a:r>
          <a:br>
            <a:rPr kumimoji="1" lang="en-US" altLang="ja-JP" sz="2800" dirty="0"/>
          </a:br>
          <a:r>
            <a:rPr kumimoji="1" lang="ja-JP" sz="2800" dirty="0"/>
            <a:t>スケジュール</a:t>
          </a:r>
          <a:endParaRPr lang="ja-JP" sz="2800" dirty="0"/>
        </a:p>
      </dgm:t>
    </dgm:pt>
    <dgm:pt modelId="{089C7830-3565-4B5B-94E0-AFE942E10020}" type="parTrans" cxnId="{41DBAEF6-6713-4A23-84B8-43D0C91CDAD0}">
      <dgm:prSet/>
      <dgm:spPr/>
      <dgm:t>
        <a:bodyPr/>
        <a:lstStyle/>
        <a:p>
          <a:endParaRPr kumimoji="1" lang="ja-JP" altLang="en-US" sz="1600"/>
        </a:p>
      </dgm:t>
    </dgm:pt>
    <dgm:pt modelId="{B726C027-1269-450E-84D5-580D32A78B6F}" type="sibTrans" cxnId="{41DBAEF6-6713-4A23-84B8-43D0C91CDAD0}">
      <dgm:prSet/>
      <dgm:spPr/>
      <dgm:t>
        <a:bodyPr/>
        <a:lstStyle/>
        <a:p>
          <a:endParaRPr kumimoji="1" lang="ja-JP" altLang="en-US" sz="1600"/>
        </a:p>
      </dgm:t>
    </dgm:pt>
    <dgm:pt modelId="{E876FA6F-F93B-4048-93F6-90C419218F65}" type="pres">
      <dgm:prSet presAssocID="{0D27C8DA-DA4A-472A-9704-745845CE4A3E}" presName="CompostProcess" presStyleCnt="0">
        <dgm:presLayoutVars>
          <dgm:dir/>
          <dgm:resizeHandles val="exact"/>
        </dgm:presLayoutVars>
      </dgm:prSet>
      <dgm:spPr/>
    </dgm:pt>
    <dgm:pt modelId="{68FE2AE6-3912-45EC-8EC1-6D3E21F191C8}" type="pres">
      <dgm:prSet presAssocID="{0D27C8DA-DA4A-472A-9704-745845CE4A3E}" presName="arrow" presStyleLbl="bgShp" presStyleIdx="0" presStyleCnt="1"/>
      <dgm:spPr/>
    </dgm:pt>
    <dgm:pt modelId="{BDDBB709-15F5-46D9-A3BB-1417B184D09A}" type="pres">
      <dgm:prSet presAssocID="{0D27C8DA-DA4A-472A-9704-745845CE4A3E}" presName="linearProcess" presStyleCnt="0"/>
      <dgm:spPr/>
    </dgm:pt>
    <dgm:pt modelId="{615F66E4-2C3B-492F-8604-9E2709FE5F98}" type="pres">
      <dgm:prSet presAssocID="{9ADAD559-AF06-4C56-A6C3-B9F837E05D5A}" presName="textNode" presStyleLbl="node1" presStyleIdx="0" presStyleCnt="4">
        <dgm:presLayoutVars>
          <dgm:bulletEnabled val="1"/>
        </dgm:presLayoutVars>
      </dgm:prSet>
      <dgm:spPr/>
    </dgm:pt>
    <dgm:pt modelId="{20D9B20D-C925-44FA-883E-390883D80FC6}" type="pres">
      <dgm:prSet presAssocID="{0F3F6A3A-57FC-4C18-8C9A-5C2C8E251990}" presName="sibTrans" presStyleCnt="0"/>
      <dgm:spPr/>
    </dgm:pt>
    <dgm:pt modelId="{2F6A5BA2-6F5F-4299-B585-BC7990DF9EBD}" type="pres">
      <dgm:prSet presAssocID="{1BB930F2-EEE1-472B-B2C6-365ABD943B0D}" presName="textNode" presStyleLbl="node1" presStyleIdx="1" presStyleCnt="4">
        <dgm:presLayoutVars>
          <dgm:bulletEnabled val="1"/>
        </dgm:presLayoutVars>
      </dgm:prSet>
      <dgm:spPr/>
    </dgm:pt>
    <dgm:pt modelId="{047906F7-822C-49EA-ADED-8282FE5622C4}" type="pres">
      <dgm:prSet presAssocID="{86053BB8-FAD8-4C4A-961B-AE99C89A24C7}" presName="sibTrans" presStyleCnt="0"/>
      <dgm:spPr/>
    </dgm:pt>
    <dgm:pt modelId="{A333074C-A650-43AC-B6E4-46BC00603E2D}" type="pres">
      <dgm:prSet presAssocID="{4770FEB6-B61E-4352-AFF6-C906A3D98A28}" presName="textNode" presStyleLbl="node1" presStyleIdx="2" presStyleCnt="4">
        <dgm:presLayoutVars>
          <dgm:bulletEnabled val="1"/>
        </dgm:presLayoutVars>
      </dgm:prSet>
      <dgm:spPr/>
    </dgm:pt>
    <dgm:pt modelId="{D009ACB2-084D-47F3-AA72-5CDCDC648F3C}" type="pres">
      <dgm:prSet presAssocID="{08C0CD8A-6D00-4A18-A356-E3AD9AC20D86}" presName="sibTrans" presStyleCnt="0"/>
      <dgm:spPr/>
    </dgm:pt>
    <dgm:pt modelId="{4B4FC5A9-CEE0-4202-9AD6-99E0AA3E48CF}" type="pres">
      <dgm:prSet presAssocID="{B52DFADF-11E0-4EB4-84B3-4F30A362226E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9A42E14-4139-46F4-BEFA-0B84884DE69F}" type="presOf" srcId="{4770FEB6-B61E-4352-AFF6-C906A3D98A28}" destId="{A333074C-A650-43AC-B6E4-46BC00603E2D}" srcOrd="0" destOrd="0" presId="urn:microsoft.com/office/officeart/2005/8/layout/hProcess9"/>
    <dgm:cxn modelId="{46898E39-45EB-452C-85D9-68014A41E14C}" type="presOf" srcId="{0D27C8DA-DA4A-472A-9704-745845CE4A3E}" destId="{E876FA6F-F93B-4048-93F6-90C419218F65}" srcOrd="0" destOrd="0" presId="urn:microsoft.com/office/officeart/2005/8/layout/hProcess9"/>
    <dgm:cxn modelId="{83E37A7B-B127-435B-B28B-C1F2C2AC9EDE}" srcId="{0D27C8DA-DA4A-472A-9704-745845CE4A3E}" destId="{1BB930F2-EEE1-472B-B2C6-365ABD943B0D}" srcOrd="1" destOrd="0" parTransId="{A06FF238-7FA2-427D-8CE4-88FCA3EB2B16}" sibTransId="{86053BB8-FAD8-4C4A-961B-AE99C89A24C7}"/>
    <dgm:cxn modelId="{C5E88680-D520-44D3-A02B-D46727DAEE2F}" type="presOf" srcId="{B52DFADF-11E0-4EB4-84B3-4F30A362226E}" destId="{4B4FC5A9-CEE0-4202-9AD6-99E0AA3E48CF}" srcOrd="0" destOrd="0" presId="urn:microsoft.com/office/officeart/2005/8/layout/hProcess9"/>
    <dgm:cxn modelId="{A76E0BB6-F68F-4289-B953-1FAEE60825B9}" type="presOf" srcId="{1BB930F2-EEE1-472B-B2C6-365ABD943B0D}" destId="{2F6A5BA2-6F5F-4299-B585-BC7990DF9EBD}" srcOrd="0" destOrd="0" presId="urn:microsoft.com/office/officeart/2005/8/layout/hProcess9"/>
    <dgm:cxn modelId="{7B335AC5-F638-437D-B963-28792FCF179B}" srcId="{0D27C8DA-DA4A-472A-9704-745845CE4A3E}" destId="{4770FEB6-B61E-4352-AFF6-C906A3D98A28}" srcOrd="2" destOrd="0" parTransId="{6A8C71AC-873D-4404-B0F6-B79ADD61FD89}" sibTransId="{08C0CD8A-6D00-4A18-A356-E3AD9AC20D86}"/>
    <dgm:cxn modelId="{26CF7AC6-5794-4A9D-951B-AE4B36776DDA}" srcId="{0D27C8DA-DA4A-472A-9704-745845CE4A3E}" destId="{9ADAD559-AF06-4C56-A6C3-B9F837E05D5A}" srcOrd="0" destOrd="0" parTransId="{2E0F3952-C023-4FAA-AA93-12ECAA2A43C1}" sibTransId="{0F3F6A3A-57FC-4C18-8C9A-5C2C8E251990}"/>
    <dgm:cxn modelId="{09EB74E5-717D-49AB-92EE-F25475F7C31B}" type="presOf" srcId="{9ADAD559-AF06-4C56-A6C3-B9F837E05D5A}" destId="{615F66E4-2C3B-492F-8604-9E2709FE5F98}" srcOrd="0" destOrd="0" presId="urn:microsoft.com/office/officeart/2005/8/layout/hProcess9"/>
    <dgm:cxn modelId="{41DBAEF6-6713-4A23-84B8-43D0C91CDAD0}" srcId="{0D27C8DA-DA4A-472A-9704-745845CE4A3E}" destId="{B52DFADF-11E0-4EB4-84B3-4F30A362226E}" srcOrd="3" destOrd="0" parTransId="{089C7830-3565-4B5B-94E0-AFE942E10020}" sibTransId="{B726C027-1269-450E-84D5-580D32A78B6F}"/>
    <dgm:cxn modelId="{FD0C775A-0321-4269-AD67-47EEFB9EA5BE}" type="presParOf" srcId="{E876FA6F-F93B-4048-93F6-90C419218F65}" destId="{68FE2AE6-3912-45EC-8EC1-6D3E21F191C8}" srcOrd="0" destOrd="0" presId="urn:microsoft.com/office/officeart/2005/8/layout/hProcess9"/>
    <dgm:cxn modelId="{C2C38D60-1EFD-46A7-9866-CB8476252E0D}" type="presParOf" srcId="{E876FA6F-F93B-4048-93F6-90C419218F65}" destId="{BDDBB709-15F5-46D9-A3BB-1417B184D09A}" srcOrd="1" destOrd="0" presId="urn:microsoft.com/office/officeart/2005/8/layout/hProcess9"/>
    <dgm:cxn modelId="{DAD3EB06-7897-4EA8-8D52-A931ADC4640B}" type="presParOf" srcId="{BDDBB709-15F5-46D9-A3BB-1417B184D09A}" destId="{615F66E4-2C3B-492F-8604-9E2709FE5F98}" srcOrd="0" destOrd="0" presId="urn:microsoft.com/office/officeart/2005/8/layout/hProcess9"/>
    <dgm:cxn modelId="{437099F0-F24C-431A-812E-A241AAD8CAAA}" type="presParOf" srcId="{BDDBB709-15F5-46D9-A3BB-1417B184D09A}" destId="{20D9B20D-C925-44FA-883E-390883D80FC6}" srcOrd="1" destOrd="0" presId="urn:microsoft.com/office/officeart/2005/8/layout/hProcess9"/>
    <dgm:cxn modelId="{3450D650-DA95-4308-8D06-9A60293BC18C}" type="presParOf" srcId="{BDDBB709-15F5-46D9-A3BB-1417B184D09A}" destId="{2F6A5BA2-6F5F-4299-B585-BC7990DF9EBD}" srcOrd="2" destOrd="0" presId="urn:microsoft.com/office/officeart/2005/8/layout/hProcess9"/>
    <dgm:cxn modelId="{ADAAAA15-00F1-430E-82A3-A328E35AD6A7}" type="presParOf" srcId="{BDDBB709-15F5-46D9-A3BB-1417B184D09A}" destId="{047906F7-822C-49EA-ADED-8282FE5622C4}" srcOrd="3" destOrd="0" presId="urn:microsoft.com/office/officeart/2005/8/layout/hProcess9"/>
    <dgm:cxn modelId="{4BF6730B-4425-4853-9399-D60A6B770C82}" type="presParOf" srcId="{BDDBB709-15F5-46D9-A3BB-1417B184D09A}" destId="{A333074C-A650-43AC-B6E4-46BC00603E2D}" srcOrd="4" destOrd="0" presId="urn:microsoft.com/office/officeart/2005/8/layout/hProcess9"/>
    <dgm:cxn modelId="{FD19E7EB-525D-4923-B3D0-AC8DFD3DDB58}" type="presParOf" srcId="{BDDBB709-15F5-46D9-A3BB-1417B184D09A}" destId="{D009ACB2-084D-47F3-AA72-5CDCDC648F3C}" srcOrd="5" destOrd="0" presId="urn:microsoft.com/office/officeart/2005/8/layout/hProcess9"/>
    <dgm:cxn modelId="{6A94ACA3-1BFC-4FEE-8F22-5C95EDE9F2F2}" type="presParOf" srcId="{BDDBB709-15F5-46D9-A3BB-1417B184D09A}" destId="{4B4FC5A9-CEE0-4202-9AD6-99E0AA3E48CF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C6CD9A-CFAE-4BEE-BA8E-7E5353F48671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D625E502-9C89-44DF-A109-5BD98E44FE6C}">
      <dgm:prSet/>
      <dgm:spPr/>
      <dgm:t>
        <a:bodyPr/>
        <a:lstStyle/>
        <a:p>
          <a:r>
            <a:rPr lang="ja-JP"/>
            <a:t>松本浩成</a:t>
          </a:r>
        </a:p>
      </dgm:t>
    </dgm:pt>
    <dgm:pt modelId="{23CC5ED3-B7AF-4F7F-975F-C0C2444CB852}" type="parTrans" cxnId="{6C47A84C-3313-4982-8324-E35404F026F7}">
      <dgm:prSet/>
      <dgm:spPr/>
      <dgm:t>
        <a:bodyPr/>
        <a:lstStyle/>
        <a:p>
          <a:endParaRPr lang="ja-JP" altLang="en-US"/>
        </a:p>
      </dgm:t>
    </dgm:pt>
    <dgm:pt modelId="{9F991756-9112-422E-BA32-4F8AEADF16AF}" type="sibTrans" cxnId="{6C47A84C-3313-4982-8324-E35404F026F7}">
      <dgm:prSet/>
      <dgm:spPr/>
      <dgm:t>
        <a:bodyPr/>
        <a:lstStyle/>
        <a:p>
          <a:endParaRPr lang="ja-JP" altLang="en-US"/>
        </a:p>
      </dgm:t>
    </dgm:pt>
    <dgm:pt modelId="{A09C9323-88BE-48E9-9C6A-20518DC77AAE}">
      <dgm:prSet/>
      <dgm:spPr/>
      <dgm:t>
        <a:bodyPr/>
        <a:lstStyle/>
        <a:p>
          <a:r>
            <a:rPr lang="ja-JP" dirty="0"/>
            <a:t>乙成隼士</a:t>
          </a:r>
        </a:p>
      </dgm:t>
    </dgm:pt>
    <dgm:pt modelId="{6F736BDA-2109-4C0F-ADAC-808F7F70F26D}" type="parTrans" cxnId="{E9BD3085-2FE8-4B1C-9D8B-9614B62FBB74}">
      <dgm:prSet/>
      <dgm:spPr/>
      <dgm:t>
        <a:bodyPr/>
        <a:lstStyle/>
        <a:p>
          <a:endParaRPr lang="ja-JP" altLang="en-US"/>
        </a:p>
      </dgm:t>
    </dgm:pt>
    <dgm:pt modelId="{CA55A3D0-08A4-4E67-B8C9-AA00AB739FD1}" type="sibTrans" cxnId="{E9BD3085-2FE8-4B1C-9D8B-9614B62FBB74}">
      <dgm:prSet/>
      <dgm:spPr/>
      <dgm:t>
        <a:bodyPr/>
        <a:lstStyle/>
        <a:p>
          <a:endParaRPr lang="ja-JP" altLang="en-US"/>
        </a:p>
      </dgm:t>
    </dgm:pt>
    <dgm:pt modelId="{26A30A6A-FAE1-433F-878D-886DE0B61064}">
      <dgm:prSet/>
      <dgm:spPr/>
      <dgm:t>
        <a:bodyPr/>
        <a:lstStyle/>
        <a:p>
          <a:r>
            <a:rPr lang="ja-JP"/>
            <a:t>塩川海響</a:t>
          </a:r>
        </a:p>
      </dgm:t>
    </dgm:pt>
    <dgm:pt modelId="{7220B631-B8B4-417B-BF53-5EC1CE63EC5D}" type="parTrans" cxnId="{4BF32D6A-A4F0-4175-8AD5-7D415AC3C272}">
      <dgm:prSet/>
      <dgm:spPr/>
      <dgm:t>
        <a:bodyPr/>
        <a:lstStyle/>
        <a:p>
          <a:endParaRPr lang="ja-JP" altLang="en-US"/>
        </a:p>
      </dgm:t>
    </dgm:pt>
    <dgm:pt modelId="{DBBC178C-7334-45E4-91FD-CC196CEF82A3}" type="sibTrans" cxnId="{4BF32D6A-A4F0-4175-8AD5-7D415AC3C272}">
      <dgm:prSet/>
      <dgm:spPr/>
      <dgm:t>
        <a:bodyPr/>
        <a:lstStyle/>
        <a:p>
          <a:endParaRPr lang="ja-JP" altLang="en-US"/>
        </a:p>
      </dgm:t>
    </dgm:pt>
    <dgm:pt modelId="{E74E2105-B40A-4F83-8622-E11E795D3BF4}">
      <dgm:prSet/>
      <dgm:spPr/>
      <dgm:t>
        <a:bodyPr/>
        <a:lstStyle/>
        <a:p>
          <a:r>
            <a:rPr lang="ja-JP"/>
            <a:t>中島悠翔</a:t>
          </a:r>
        </a:p>
      </dgm:t>
    </dgm:pt>
    <dgm:pt modelId="{A07BAEBE-09F0-48BF-9059-2A45C6A907D4}" type="parTrans" cxnId="{DC8A54E9-42BF-4B3F-87B1-222DFC842E34}">
      <dgm:prSet/>
      <dgm:spPr/>
      <dgm:t>
        <a:bodyPr/>
        <a:lstStyle/>
        <a:p>
          <a:endParaRPr lang="ja-JP" altLang="en-US"/>
        </a:p>
      </dgm:t>
    </dgm:pt>
    <dgm:pt modelId="{DF072C77-DCD3-4207-BB80-8FC5A67BD5A3}" type="sibTrans" cxnId="{DC8A54E9-42BF-4B3F-87B1-222DFC842E34}">
      <dgm:prSet/>
      <dgm:spPr/>
      <dgm:t>
        <a:bodyPr/>
        <a:lstStyle/>
        <a:p>
          <a:endParaRPr lang="ja-JP" altLang="en-US"/>
        </a:p>
      </dgm:t>
    </dgm:pt>
    <dgm:pt modelId="{7F4D62EA-CDF5-46A4-8D89-4FA600159A8A}">
      <dgm:prSet/>
      <dgm:spPr/>
      <dgm:t>
        <a:bodyPr/>
        <a:lstStyle/>
        <a:p>
          <a:r>
            <a:rPr lang="ja-JP"/>
            <a:t>永島愛貴</a:t>
          </a:r>
        </a:p>
      </dgm:t>
    </dgm:pt>
    <dgm:pt modelId="{1DDCA93F-2744-466B-A146-C91FD6CFFF4C}" type="parTrans" cxnId="{588F3BD0-E196-4080-AD2A-20A4B97561CF}">
      <dgm:prSet/>
      <dgm:spPr/>
      <dgm:t>
        <a:bodyPr/>
        <a:lstStyle/>
        <a:p>
          <a:endParaRPr lang="ja-JP" altLang="en-US"/>
        </a:p>
      </dgm:t>
    </dgm:pt>
    <dgm:pt modelId="{65518393-C4EE-4D3C-B5B3-F349ED4B0BEF}" type="sibTrans" cxnId="{588F3BD0-E196-4080-AD2A-20A4B97561CF}">
      <dgm:prSet/>
      <dgm:spPr/>
      <dgm:t>
        <a:bodyPr/>
        <a:lstStyle/>
        <a:p>
          <a:endParaRPr lang="ja-JP" altLang="en-US"/>
        </a:p>
      </dgm:t>
    </dgm:pt>
    <dgm:pt modelId="{6F4E5A9E-02D7-411D-948F-8B0D292A42A7}">
      <dgm:prSet/>
      <dgm:spPr/>
      <dgm:t>
        <a:bodyPr/>
        <a:lstStyle/>
        <a:p>
          <a:r>
            <a:rPr lang="ja-JP"/>
            <a:t>星川誠弥</a:t>
          </a:r>
        </a:p>
      </dgm:t>
    </dgm:pt>
    <dgm:pt modelId="{F4AB82DE-0588-42E7-8E8D-BF1E669F47A1}" type="parTrans" cxnId="{BE73FC58-C7BD-4B57-BA95-2B44F07F861C}">
      <dgm:prSet/>
      <dgm:spPr/>
      <dgm:t>
        <a:bodyPr/>
        <a:lstStyle/>
        <a:p>
          <a:endParaRPr lang="ja-JP" altLang="en-US"/>
        </a:p>
      </dgm:t>
    </dgm:pt>
    <dgm:pt modelId="{8FD68849-321C-4DC5-93B6-B73A7856BF8B}" type="sibTrans" cxnId="{BE73FC58-C7BD-4B57-BA95-2B44F07F861C}">
      <dgm:prSet/>
      <dgm:spPr/>
      <dgm:t>
        <a:bodyPr/>
        <a:lstStyle/>
        <a:p>
          <a:endParaRPr lang="ja-JP" altLang="en-US"/>
        </a:p>
      </dgm:t>
    </dgm:pt>
    <dgm:pt modelId="{B70604A7-2EB7-4CFA-8C17-B5D04C796403}" type="pres">
      <dgm:prSet presAssocID="{08C6CD9A-CFAE-4BEE-BA8E-7E5353F48671}" presName="Name0" presStyleCnt="0">
        <dgm:presLayoutVars>
          <dgm:dir/>
          <dgm:resizeHandles val="exact"/>
        </dgm:presLayoutVars>
      </dgm:prSet>
      <dgm:spPr/>
    </dgm:pt>
    <dgm:pt modelId="{124A9408-4D96-48A6-954D-53A7361EAFD3}" type="pres">
      <dgm:prSet presAssocID="{D625E502-9C89-44DF-A109-5BD98E44FE6C}" presName="composite" presStyleCnt="0"/>
      <dgm:spPr/>
    </dgm:pt>
    <dgm:pt modelId="{30C63E81-F565-4A9E-B030-F7404F701818}" type="pres">
      <dgm:prSet presAssocID="{D625E502-9C89-44DF-A109-5BD98E44FE6C}" presName="rect1" presStyleLbl="trAlignAcc1" presStyleIdx="0" presStyleCnt="6">
        <dgm:presLayoutVars>
          <dgm:bulletEnabled val="1"/>
        </dgm:presLayoutVars>
      </dgm:prSet>
      <dgm:spPr/>
    </dgm:pt>
    <dgm:pt modelId="{6F3D9426-A694-4AC2-949B-004A73B7C8A7}" type="pres">
      <dgm:prSet presAssocID="{D625E502-9C89-44DF-A109-5BD98E44FE6C}" presName="rect2" presStyleLbl="fgImgPlace1" presStyleIdx="0" presStyleCnt="6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1"/>
          <a:srcRect/>
          <a:stretch>
            <a:fillRect l="-14000" r="-14000"/>
          </a:stretch>
        </a:blipFill>
      </dgm:spPr>
    </dgm:pt>
    <dgm:pt modelId="{50A90B66-213A-404A-B1C5-B986DDC39586}" type="pres">
      <dgm:prSet presAssocID="{9F991756-9112-422E-BA32-4F8AEADF16AF}" presName="sibTrans" presStyleCnt="0"/>
      <dgm:spPr/>
    </dgm:pt>
    <dgm:pt modelId="{662CFA60-55CC-41B7-8CB4-991A4E2128BF}" type="pres">
      <dgm:prSet presAssocID="{A09C9323-88BE-48E9-9C6A-20518DC77AAE}" presName="composite" presStyleCnt="0"/>
      <dgm:spPr/>
    </dgm:pt>
    <dgm:pt modelId="{0A6A2309-2B84-4554-BBE7-992C1B07831E}" type="pres">
      <dgm:prSet presAssocID="{A09C9323-88BE-48E9-9C6A-20518DC77AAE}" presName="rect1" presStyleLbl="trAlignAcc1" presStyleIdx="1" presStyleCnt="6">
        <dgm:presLayoutVars>
          <dgm:bulletEnabled val="1"/>
        </dgm:presLayoutVars>
      </dgm:prSet>
      <dgm:spPr/>
    </dgm:pt>
    <dgm:pt modelId="{89029F5C-961E-4901-9C45-3FA3402C2A93}" type="pres">
      <dgm:prSet presAssocID="{A09C9323-88BE-48E9-9C6A-20518DC77AAE}" presName="rect2" presStyleLbl="fgImgPlace1" presStyleIdx="1" presStyleCnt="6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</dgm:spPr>
    </dgm:pt>
    <dgm:pt modelId="{B5262C9A-28A5-4654-9B89-93BE8C44D401}" type="pres">
      <dgm:prSet presAssocID="{CA55A3D0-08A4-4E67-B8C9-AA00AB739FD1}" presName="sibTrans" presStyleCnt="0"/>
      <dgm:spPr/>
    </dgm:pt>
    <dgm:pt modelId="{EDF0D885-88EF-493A-A4D9-B62300EB11A1}" type="pres">
      <dgm:prSet presAssocID="{26A30A6A-FAE1-433F-878D-886DE0B61064}" presName="composite" presStyleCnt="0"/>
      <dgm:spPr/>
    </dgm:pt>
    <dgm:pt modelId="{215AB502-4BE4-4160-B2C8-5732BB264E28}" type="pres">
      <dgm:prSet presAssocID="{26A30A6A-FAE1-433F-878D-886DE0B61064}" presName="rect1" presStyleLbl="trAlignAcc1" presStyleIdx="2" presStyleCnt="6">
        <dgm:presLayoutVars>
          <dgm:bulletEnabled val="1"/>
        </dgm:presLayoutVars>
      </dgm:prSet>
      <dgm:spPr/>
    </dgm:pt>
    <dgm:pt modelId="{A578AC50-0A72-4108-83DF-2B57C4809482}" type="pres">
      <dgm:prSet presAssocID="{26A30A6A-FAE1-433F-878D-886DE0B61064}" presName="rect2" presStyleLbl="fgImgPlace1" presStyleIdx="2" presStyleCnt="6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</dgm:pt>
    <dgm:pt modelId="{4BC9C622-367E-4DA8-B72D-6B3B7F92C0A1}" type="pres">
      <dgm:prSet presAssocID="{DBBC178C-7334-45E4-91FD-CC196CEF82A3}" presName="sibTrans" presStyleCnt="0"/>
      <dgm:spPr/>
    </dgm:pt>
    <dgm:pt modelId="{9E6C6628-4148-4BF8-82EB-8DF1F82FC59E}" type="pres">
      <dgm:prSet presAssocID="{E74E2105-B40A-4F83-8622-E11E795D3BF4}" presName="composite" presStyleCnt="0"/>
      <dgm:spPr/>
    </dgm:pt>
    <dgm:pt modelId="{222054E1-4817-4AD4-9A17-5E45AE3F5DF8}" type="pres">
      <dgm:prSet presAssocID="{E74E2105-B40A-4F83-8622-E11E795D3BF4}" presName="rect1" presStyleLbl="trAlignAcc1" presStyleIdx="3" presStyleCnt="6">
        <dgm:presLayoutVars>
          <dgm:bulletEnabled val="1"/>
        </dgm:presLayoutVars>
      </dgm:prSet>
      <dgm:spPr/>
    </dgm:pt>
    <dgm:pt modelId="{B5263CD0-904C-4828-BF25-9E529FB740A3}" type="pres">
      <dgm:prSet presAssocID="{E74E2105-B40A-4F83-8622-E11E795D3BF4}" presName="rect2" presStyleLbl="fgImgPlace1" presStyleIdx="3" presStyleCnt="6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</dgm:spPr>
    </dgm:pt>
    <dgm:pt modelId="{0702CDF9-EECA-445B-8E42-8D485CF0A68D}" type="pres">
      <dgm:prSet presAssocID="{DF072C77-DCD3-4207-BB80-8FC5A67BD5A3}" presName="sibTrans" presStyleCnt="0"/>
      <dgm:spPr/>
    </dgm:pt>
    <dgm:pt modelId="{FD2709BB-6739-4EA2-8BA1-C6C2B21ABC1F}" type="pres">
      <dgm:prSet presAssocID="{7F4D62EA-CDF5-46A4-8D89-4FA600159A8A}" presName="composite" presStyleCnt="0"/>
      <dgm:spPr/>
    </dgm:pt>
    <dgm:pt modelId="{A4E5AD61-2605-418A-949C-A460609283FD}" type="pres">
      <dgm:prSet presAssocID="{7F4D62EA-CDF5-46A4-8D89-4FA600159A8A}" presName="rect1" presStyleLbl="trAlignAcc1" presStyleIdx="4" presStyleCnt="6">
        <dgm:presLayoutVars>
          <dgm:bulletEnabled val="1"/>
        </dgm:presLayoutVars>
      </dgm:prSet>
      <dgm:spPr/>
    </dgm:pt>
    <dgm:pt modelId="{283DF54E-E601-497E-AED8-EF0768C6422B}" type="pres">
      <dgm:prSet presAssocID="{7F4D62EA-CDF5-46A4-8D89-4FA600159A8A}" presName="rect2" presStyleLbl="fgImgPlace1" presStyleIdx="4" presStyleCnt="6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5"/>
          <a:srcRect/>
          <a:stretch>
            <a:fillRect t="-22000" b="-22000"/>
          </a:stretch>
        </a:blipFill>
      </dgm:spPr>
    </dgm:pt>
    <dgm:pt modelId="{FDAC35F4-C81F-4DD6-8866-F88C53D9D3C3}" type="pres">
      <dgm:prSet presAssocID="{65518393-C4EE-4D3C-B5B3-F349ED4B0BEF}" presName="sibTrans" presStyleCnt="0"/>
      <dgm:spPr/>
    </dgm:pt>
    <dgm:pt modelId="{856F9E56-0B12-4316-9893-4D684CE14C96}" type="pres">
      <dgm:prSet presAssocID="{6F4E5A9E-02D7-411D-948F-8B0D292A42A7}" presName="composite" presStyleCnt="0"/>
      <dgm:spPr/>
    </dgm:pt>
    <dgm:pt modelId="{9EC12245-35A0-4DEF-8932-78BCB98349BC}" type="pres">
      <dgm:prSet presAssocID="{6F4E5A9E-02D7-411D-948F-8B0D292A42A7}" presName="rect1" presStyleLbl="trAlignAcc1" presStyleIdx="5" presStyleCnt="6">
        <dgm:presLayoutVars>
          <dgm:bulletEnabled val="1"/>
        </dgm:presLayoutVars>
      </dgm:prSet>
      <dgm:spPr/>
    </dgm:pt>
    <dgm:pt modelId="{19278A2D-99E9-442E-9299-D56EB97B5123}" type="pres">
      <dgm:prSet presAssocID="{6F4E5A9E-02D7-411D-948F-8B0D292A42A7}" presName="rect2" presStyleLbl="fgImgPlace1" presStyleIdx="5" presStyleCnt="6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6"/>
          <a:srcRect/>
          <a:stretch>
            <a:fillRect l="-25000" r="-25000"/>
          </a:stretch>
        </a:blipFill>
      </dgm:spPr>
    </dgm:pt>
  </dgm:ptLst>
  <dgm:cxnLst>
    <dgm:cxn modelId="{EE20FD05-83C5-4CE6-8DFF-F194685FEE3D}" type="presOf" srcId="{A09C9323-88BE-48E9-9C6A-20518DC77AAE}" destId="{0A6A2309-2B84-4554-BBE7-992C1B07831E}" srcOrd="0" destOrd="0" presId="urn:microsoft.com/office/officeart/2008/layout/PictureStrips"/>
    <dgm:cxn modelId="{3CBE1D20-D2A8-4F3E-AA5A-C81E735FED8A}" type="presOf" srcId="{26A30A6A-FAE1-433F-878D-886DE0B61064}" destId="{215AB502-4BE4-4160-B2C8-5732BB264E28}" srcOrd="0" destOrd="0" presId="urn:microsoft.com/office/officeart/2008/layout/PictureStrips"/>
    <dgm:cxn modelId="{05690B62-66B1-4839-8551-E9B71FD0D0EF}" type="presOf" srcId="{08C6CD9A-CFAE-4BEE-BA8E-7E5353F48671}" destId="{B70604A7-2EB7-4CFA-8C17-B5D04C796403}" srcOrd="0" destOrd="0" presId="urn:microsoft.com/office/officeart/2008/layout/PictureStrips"/>
    <dgm:cxn modelId="{A7967369-8358-425A-87D1-B9A0D026D936}" type="presOf" srcId="{E74E2105-B40A-4F83-8622-E11E795D3BF4}" destId="{222054E1-4817-4AD4-9A17-5E45AE3F5DF8}" srcOrd="0" destOrd="0" presId="urn:microsoft.com/office/officeart/2008/layout/PictureStrips"/>
    <dgm:cxn modelId="{4BF32D6A-A4F0-4175-8AD5-7D415AC3C272}" srcId="{08C6CD9A-CFAE-4BEE-BA8E-7E5353F48671}" destId="{26A30A6A-FAE1-433F-878D-886DE0B61064}" srcOrd="2" destOrd="0" parTransId="{7220B631-B8B4-417B-BF53-5EC1CE63EC5D}" sibTransId="{DBBC178C-7334-45E4-91FD-CC196CEF82A3}"/>
    <dgm:cxn modelId="{6C47A84C-3313-4982-8324-E35404F026F7}" srcId="{08C6CD9A-CFAE-4BEE-BA8E-7E5353F48671}" destId="{D625E502-9C89-44DF-A109-5BD98E44FE6C}" srcOrd="0" destOrd="0" parTransId="{23CC5ED3-B7AF-4F7F-975F-C0C2444CB852}" sibTransId="{9F991756-9112-422E-BA32-4F8AEADF16AF}"/>
    <dgm:cxn modelId="{D271776F-30E3-488E-B8C0-30205245339E}" type="presOf" srcId="{7F4D62EA-CDF5-46A4-8D89-4FA600159A8A}" destId="{A4E5AD61-2605-418A-949C-A460609283FD}" srcOrd="0" destOrd="0" presId="urn:microsoft.com/office/officeart/2008/layout/PictureStrips"/>
    <dgm:cxn modelId="{BE73FC58-C7BD-4B57-BA95-2B44F07F861C}" srcId="{08C6CD9A-CFAE-4BEE-BA8E-7E5353F48671}" destId="{6F4E5A9E-02D7-411D-948F-8B0D292A42A7}" srcOrd="5" destOrd="0" parTransId="{F4AB82DE-0588-42E7-8E8D-BF1E669F47A1}" sibTransId="{8FD68849-321C-4DC5-93B6-B73A7856BF8B}"/>
    <dgm:cxn modelId="{E9BD3085-2FE8-4B1C-9D8B-9614B62FBB74}" srcId="{08C6CD9A-CFAE-4BEE-BA8E-7E5353F48671}" destId="{A09C9323-88BE-48E9-9C6A-20518DC77AAE}" srcOrd="1" destOrd="0" parTransId="{6F736BDA-2109-4C0F-ADAC-808F7F70F26D}" sibTransId="{CA55A3D0-08A4-4E67-B8C9-AA00AB739FD1}"/>
    <dgm:cxn modelId="{588F3BD0-E196-4080-AD2A-20A4B97561CF}" srcId="{08C6CD9A-CFAE-4BEE-BA8E-7E5353F48671}" destId="{7F4D62EA-CDF5-46A4-8D89-4FA600159A8A}" srcOrd="4" destOrd="0" parTransId="{1DDCA93F-2744-466B-A146-C91FD6CFFF4C}" sibTransId="{65518393-C4EE-4D3C-B5B3-F349ED4B0BEF}"/>
    <dgm:cxn modelId="{72646CDA-EA5B-474F-8674-1D36D1527F05}" type="presOf" srcId="{6F4E5A9E-02D7-411D-948F-8B0D292A42A7}" destId="{9EC12245-35A0-4DEF-8932-78BCB98349BC}" srcOrd="0" destOrd="0" presId="urn:microsoft.com/office/officeart/2008/layout/PictureStrips"/>
    <dgm:cxn modelId="{A5677DDE-3FDB-49E6-A0D7-6D6BA65D924D}" type="presOf" srcId="{D625E502-9C89-44DF-A109-5BD98E44FE6C}" destId="{30C63E81-F565-4A9E-B030-F7404F701818}" srcOrd="0" destOrd="0" presId="urn:microsoft.com/office/officeart/2008/layout/PictureStrips"/>
    <dgm:cxn modelId="{DC8A54E9-42BF-4B3F-87B1-222DFC842E34}" srcId="{08C6CD9A-CFAE-4BEE-BA8E-7E5353F48671}" destId="{E74E2105-B40A-4F83-8622-E11E795D3BF4}" srcOrd="3" destOrd="0" parTransId="{A07BAEBE-09F0-48BF-9059-2A45C6A907D4}" sibTransId="{DF072C77-DCD3-4207-BB80-8FC5A67BD5A3}"/>
    <dgm:cxn modelId="{19F6BBDF-55C7-421F-8CF8-2D17223EF399}" type="presParOf" srcId="{B70604A7-2EB7-4CFA-8C17-B5D04C796403}" destId="{124A9408-4D96-48A6-954D-53A7361EAFD3}" srcOrd="0" destOrd="0" presId="urn:microsoft.com/office/officeart/2008/layout/PictureStrips"/>
    <dgm:cxn modelId="{754DF92E-61D6-44AA-A550-85E2694B9664}" type="presParOf" srcId="{124A9408-4D96-48A6-954D-53A7361EAFD3}" destId="{30C63E81-F565-4A9E-B030-F7404F701818}" srcOrd="0" destOrd="0" presId="urn:microsoft.com/office/officeart/2008/layout/PictureStrips"/>
    <dgm:cxn modelId="{5F328B1E-6084-4F51-A423-3AE4D3565E07}" type="presParOf" srcId="{124A9408-4D96-48A6-954D-53A7361EAFD3}" destId="{6F3D9426-A694-4AC2-949B-004A73B7C8A7}" srcOrd="1" destOrd="0" presId="urn:microsoft.com/office/officeart/2008/layout/PictureStrips"/>
    <dgm:cxn modelId="{0CAD02B4-5834-4A00-B643-B8A6E8CEB919}" type="presParOf" srcId="{B70604A7-2EB7-4CFA-8C17-B5D04C796403}" destId="{50A90B66-213A-404A-B1C5-B986DDC39586}" srcOrd="1" destOrd="0" presId="urn:microsoft.com/office/officeart/2008/layout/PictureStrips"/>
    <dgm:cxn modelId="{8851AD39-7F98-4895-BD0D-BD35588AA0A1}" type="presParOf" srcId="{B70604A7-2EB7-4CFA-8C17-B5D04C796403}" destId="{662CFA60-55CC-41B7-8CB4-991A4E2128BF}" srcOrd="2" destOrd="0" presId="urn:microsoft.com/office/officeart/2008/layout/PictureStrips"/>
    <dgm:cxn modelId="{D4653B50-8BCA-492F-9BA1-FF58C0A8B0F4}" type="presParOf" srcId="{662CFA60-55CC-41B7-8CB4-991A4E2128BF}" destId="{0A6A2309-2B84-4554-BBE7-992C1B07831E}" srcOrd="0" destOrd="0" presId="urn:microsoft.com/office/officeart/2008/layout/PictureStrips"/>
    <dgm:cxn modelId="{5B8F04FB-5F43-4042-AD19-853FAEF2124B}" type="presParOf" srcId="{662CFA60-55CC-41B7-8CB4-991A4E2128BF}" destId="{89029F5C-961E-4901-9C45-3FA3402C2A93}" srcOrd="1" destOrd="0" presId="urn:microsoft.com/office/officeart/2008/layout/PictureStrips"/>
    <dgm:cxn modelId="{C2AB65AD-E80A-4F87-832E-A914D962B899}" type="presParOf" srcId="{B70604A7-2EB7-4CFA-8C17-B5D04C796403}" destId="{B5262C9A-28A5-4654-9B89-93BE8C44D401}" srcOrd="3" destOrd="0" presId="urn:microsoft.com/office/officeart/2008/layout/PictureStrips"/>
    <dgm:cxn modelId="{D1BB09A9-3EE5-45D1-890F-A4AB88D65A58}" type="presParOf" srcId="{B70604A7-2EB7-4CFA-8C17-B5D04C796403}" destId="{EDF0D885-88EF-493A-A4D9-B62300EB11A1}" srcOrd="4" destOrd="0" presId="urn:microsoft.com/office/officeart/2008/layout/PictureStrips"/>
    <dgm:cxn modelId="{F088F635-1592-4384-AB3E-0DCACF014D24}" type="presParOf" srcId="{EDF0D885-88EF-493A-A4D9-B62300EB11A1}" destId="{215AB502-4BE4-4160-B2C8-5732BB264E28}" srcOrd="0" destOrd="0" presId="urn:microsoft.com/office/officeart/2008/layout/PictureStrips"/>
    <dgm:cxn modelId="{1E3B9FC4-56D1-4838-8CE8-EC7EC916D69B}" type="presParOf" srcId="{EDF0D885-88EF-493A-A4D9-B62300EB11A1}" destId="{A578AC50-0A72-4108-83DF-2B57C4809482}" srcOrd="1" destOrd="0" presId="urn:microsoft.com/office/officeart/2008/layout/PictureStrips"/>
    <dgm:cxn modelId="{7E2C6A1C-FABD-4C6B-9207-8965B27707ED}" type="presParOf" srcId="{B70604A7-2EB7-4CFA-8C17-B5D04C796403}" destId="{4BC9C622-367E-4DA8-B72D-6B3B7F92C0A1}" srcOrd="5" destOrd="0" presId="urn:microsoft.com/office/officeart/2008/layout/PictureStrips"/>
    <dgm:cxn modelId="{4A269DA7-5063-42BD-8C6E-24EE97D5CE0B}" type="presParOf" srcId="{B70604A7-2EB7-4CFA-8C17-B5D04C796403}" destId="{9E6C6628-4148-4BF8-82EB-8DF1F82FC59E}" srcOrd="6" destOrd="0" presId="urn:microsoft.com/office/officeart/2008/layout/PictureStrips"/>
    <dgm:cxn modelId="{A2F9CA25-BBB5-44B2-AF52-70B80E713585}" type="presParOf" srcId="{9E6C6628-4148-4BF8-82EB-8DF1F82FC59E}" destId="{222054E1-4817-4AD4-9A17-5E45AE3F5DF8}" srcOrd="0" destOrd="0" presId="urn:microsoft.com/office/officeart/2008/layout/PictureStrips"/>
    <dgm:cxn modelId="{99204E40-88F9-491F-94BF-A9B2D253B4C4}" type="presParOf" srcId="{9E6C6628-4148-4BF8-82EB-8DF1F82FC59E}" destId="{B5263CD0-904C-4828-BF25-9E529FB740A3}" srcOrd="1" destOrd="0" presId="urn:microsoft.com/office/officeart/2008/layout/PictureStrips"/>
    <dgm:cxn modelId="{2F1E50D3-3949-44CA-8A2E-35E886096B6A}" type="presParOf" srcId="{B70604A7-2EB7-4CFA-8C17-B5D04C796403}" destId="{0702CDF9-EECA-445B-8E42-8D485CF0A68D}" srcOrd="7" destOrd="0" presId="urn:microsoft.com/office/officeart/2008/layout/PictureStrips"/>
    <dgm:cxn modelId="{0963E369-00C4-4A7F-B4EA-20CC95878F7D}" type="presParOf" srcId="{B70604A7-2EB7-4CFA-8C17-B5D04C796403}" destId="{FD2709BB-6739-4EA2-8BA1-C6C2B21ABC1F}" srcOrd="8" destOrd="0" presId="urn:microsoft.com/office/officeart/2008/layout/PictureStrips"/>
    <dgm:cxn modelId="{71B68355-81F2-4BB9-8FCF-F4E3E6F1FFCE}" type="presParOf" srcId="{FD2709BB-6739-4EA2-8BA1-C6C2B21ABC1F}" destId="{A4E5AD61-2605-418A-949C-A460609283FD}" srcOrd="0" destOrd="0" presId="urn:microsoft.com/office/officeart/2008/layout/PictureStrips"/>
    <dgm:cxn modelId="{9D3D1F6D-BEF8-44FB-B404-EC70F07956B9}" type="presParOf" srcId="{FD2709BB-6739-4EA2-8BA1-C6C2B21ABC1F}" destId="{283DF54E-E601-497E-AED8-EF0768C6422B}" srcOrd="1" destOrd="0" presId="urn:microsoft.com/office/officeart/2008/layout/PictureStrips"/>
    <dgm:cxn modelId="{3F307060-D051-4E4E-9033-9C56EFD0BE62}" type="presParOf" srcId="{B70604A7-2EB7-4CFA-8C17-B5D04C796403}" destId="{FDAC35F4-C81F-4DD6-8866-F88C53D9D3C3}" srcOrd="9" destOrd="0" presId="urn:microsoft.com/office/officeart/2008/layout/PictureStrips"/>
    <dgm:cxn modelId="{0D54FA60-A8B9-426C-ACE7-D829BE6C6691}" type="presParOf" srcId="{B70604A7-2EB7-4CFA-8C17-B5D04C796403}" destId="{856F9E56-0B12-4316-9893-4D684CE14C96}" srcOrd="10" destOrd="0" presId="urn:microsoft.com/office/officeart/2008/layout/PictureStrips"/>
    <dgm:cxn modelId="{EC86F25B-371E-47D5-ABCD-826DF57595B1}" type="presParOf" srcId="{856F9E56-0B12-4316-9893-4D684CE14C96}" destId="{9EC12245-35A0-4DEF-8932-78BCB98349BC}" srcOrd="0" destOrd="0" presId="urn:microsoft.com/office/officeart/2008/layout/PictureStrips"/>
    <dgm:cxn modelId="{0F50066A-D833-4C6E-A367-793ABE718CFF}" type="presParOf" srcId="{856F9E56-0B12-4316-9893-4D684CE14C96}" destId="{19278A2D-99E9-442E-9299-D56EB97B5123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E2AE6-3912-45EC-8EC1-6D3E21F191C8}">
      <dsp:nvSpPr>
        <dsp:cNvPr id="0" name=""/>
        <dsp:cNvSpPr/>
      </dsp:nvSpPr>
      <dsp:spPr>
        <a:xfrm>
          <a:off x="857382" y="0"/>
          <a:ext cx="9717007" cy="4769503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F66E4-2C3B-492F-8604-9E2709FE5F98}">
      <dsp:nvSpPr>
        <dsp:cNvPr id="0" name=""/>
        <dsp:cNvSpPr/>
      </dsp:nvSpPr>
      <dsp:spPr>
        <a:xfrm>
          <a:off x="3907" y="1430851"/>
          <a:ext cx="2538657" cy="190780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kern="1200" dirty="0"/>
            <a:t>メンバー紹介</a:t>
          </a:r>
          <a:endParaRPr lang="ja-JP" altLang="en-US" sz="2800" kern="1200" dirty="0"/>
        </a:p>
      </dsp:txBody>
      <dsp:txXfrm>
        <a:off x="97038" y="1523982"/>
        <a:ext cx="2352395" cy="1721539"/>
      </dsp:txXfrm>
    </dsp:sp>
    <dsp:sp modelId="{2F6A5BA2-6F5F-4299-B585-BC7990DF9EBD}">
      <dsp:nvSpPr>
        <dsp:cNvPr id="0" name=""/>
        <dsp:cNvSpPr/>
      </dsp:nvSpPr>
      <dsp:spPr>
        <a:xfrm>
          <a:off x="2965674" y="1430851"/>
          <a:ext cx="2538657" cy="1907801"/>
        </a:xfrm>
        <a:prstGeom prst="roundRect">
          <a:avLst/>
        </a:prstGeom>
        <a:solidFill>
          <a:schemeClr val="accent2">
            <a:hueOff val="37813"/>
            <a:satOff val="4346"/>
            <a:lumOff val="-346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kern="1200"/>
            <a:t>制作目的</a:t>
          </a:r>
          <a:endParaRPr lang="ja-JP" altLang="en-US" sz="2800" kern="1200"/>
        </a:p>
      </dsp:txBody>
      <dsp:txXfrm>
        <a:off x="3058805" y="1523982"/>
        <a:ext cx="2352395" cy="1721539"/>
      </dsp:txXfrm>
    </dsp:sp>
    <dsp:sp modelId="{A333074C-A650-43AC-B6E4-46BC00603E2D}">
      <dsp:nvSpPr>
        <dsp:cNvPr id="0" name=""/>
        <dsp:cNvSpPr/>
      </dsp:nvSpPr>
      <dsp:spPr>
        <a:xfrm>
          <a:off x="5927441" y="1430851"/>
          <a:ext cx="2538657" cy="1907801"/>
        </a:xfrm>
        <a:prstGeom prst="roundRect">
          <a:avLst/>
        </a:prstGeom>
        <a:solidFill>
          <a:schemeClr val="accent2">
            <a:hueOff val="75626"/>
            <a:satOff val="8693"/>
            <a:lumOff val="-69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800" kern="1200" dirty="0"/>
            <a:t>システム紹介</a:t>
          </a:r>
          <a:br>
            <a:rPr kumimoji="1" lang="en-US" altLang="ja-JP" sz="2800" kern="1200" dirty="0"/>
          </a:br>
          <a:r>
            <a:rPr kumimoji="1" lang="ja-JP" sz="2800" kern="1200" dirty="0"/>
            <a:t>仕様技術</a:t>
          </a:r>
          <a:endParaRPr lang="ja-JP" sz="2800" kern="1200" dirty="0"/>
        </a:p>
      </dsp:txBody>
      <dsp:txXfrm>
        <a:off x="6020572" y="1523982"/>
        <a:ext cx="2352395" cy="1721539"/>
      </dsp:txXfrm>
    </dsp:sp>
    <dsp:sp modelId="{4B4FC5A9-CEE0-4202-9AD6-99E0AA3E48CF}">
      <dsp:nvSpPr>
        <dsp:cNvPr id="0" name=""/>
        <dsp:cNvSpPr/>
      </dsp:nvSpPr>
      <dsp:spPr>
        <a:xfrm>
          <a:off x="8889208" y="1430851"/>
          <a:ext cx="2538657" cy="1907801"/>
        </a:xfrm>
        <a:prstGeom prst="roundRect">
          <a:avLst/>
        </a:prstGeom>
        <a:solidFill>
          <a:schemeClr val="accent2">
            <a:hueOff val="113439"/>
            <a:satOff val="13039"/>
            <a:lumOff val="-103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800" kern="1200" dirty="0"/>
            <a:t>開発</a:t>
          </a:r>
          <a:br>
            <a:rPr kumimoji="1" lang="en-US" altLang="ja-JP" sz="2800" kern="1200" dirty="0"/>
          </a:br>
          <a:r>
            <a:rPr kumimoji="1" lang="ja-JP" sz="2800" kern="1200" dirty="0"/>
            <a:t>スケジュール</a:t>
          </a:r>
          <a:endParaRPr lang="ja-JP" sz="2800" kern="1200" dirty="0"/>
        </a:p>
      </dsp:txBody>
      <dsp:txXfrm>
        <a:off x="8982339" y="1523982"/>
        <a:ext cx="2352395" cy="1721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63E81-F565-4A9E-B030-F7404F701818}">
      <dsp:nvSpPr>
        <dsp:cNvPr id="0" name=""/>
        <dsp:cNvSpPr/>
      </dsp:nvSpPr>
      <dsp:spPr>
        <a:xfrm>
          <a:off x="903979" y="251798"/>
          <a:ext cx="4248959" cy="132779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363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5900" kern="1200"/>
            <a:t>松本浩成</a:t>
          </a:r>
        </a:p>
      </dsp:txBody>
      <dsp:txXfrm>
        <a:off x="903979" y="251798"/>
        <a:ext cx="4248959" cy="1327799"/>
      </dsp:txXfrm>
    </dsp:sp>
    <dsp:sp modelId="{6F3D9426-A694-4AC2-949B-004A73B7C8A7}">
      <dsp:nvSpPr>
        <dsp:cNvPr id="0" name=""/>
        <dsp:cNvSpPr/>
      </dsp:nvSpPr>
      <dsp:spPr>
        <a:xfrm>
          <a:off x="726939" y="60005"/>
          <a:ext cx="929459" cy="1394189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4000" r="-14000"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0A6A2309-2B84-4554-BBE7-992C1B07831E}">
      <dsp:nvSpPr>
        <dsp:cNvPr id="0" name=""/>
        <dsp:cNvSpPr/>
      </dsp:nvSpPr>
      <dsp:spPr>
        <a:xfrm>
          <a:off x="5539700" y="251798"/>
          <a:ext cx="4248959" cy="132779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363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5900" kern="1200" dirty="0"/>
            <a:t>乙成隼士</a:t>
          </a:r>
        </a:p>
      </dsp:txBody>
      <dsp:txXfrm>
        <a:off x="5539700" y="251798"/>
        <a:ext cx="4248959" cy="1327799"/>
      </dsp:txXfrm>
    </dsp:sp>
    <dsp:sp modelId="{89029F5C-961E-4901-9C45-3FA3402C2A93}">
      <dsp:nvSpPr>
        <dsp:cNvPr id="0" name=""/>
        <dsp:cNvSpPr/>
      </dsp:nvSpPr>
      <dsp:spPr>
        <a:xfrm>
          <a:off x="5362660" y="60005"/>
          <a:ext cx="929459" cy="1394189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215AB502-4BE4-4160-B2C8-5732BB264E28}">
      <dsp:nvSpPr>
        <dsp:cNvPr id="0" name=""/>
        <dsp:cNvSpPr/>
      </dsp:nvSpPr>
      <dsp:spPr>
        <a:xfrm>
          <a:off x="903979" y="1923351"/>
          <a:ext cx="4248959" cy="132779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363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5900" kern="1200"/>
            <a:t>塩川海響</a:t>
          </a:r>
        </a:p>
      </dsp:txBody>
      <dsp:txXfrm>
        <a:off x="903979" y="1923351"/>
        <a:ext cx="4248959" cy="1327799"/>
      </dsp:txXfrm>
    </dsp:sp>
    <dsp:sp modelId="{A578AC50-0A72-4108-83DF-2B57C4809482}">
      <dsp:nvSpPr>
        <dsp:cNvPr id="0" name=""/>
        <dsp:cNvSpPr/>
      </dsp:nvSpPr>
      <dsp:spPr>
        <a:xfrm>
          <a:off x="726939" y="1731557"/>
          <a:ext cx="929459" cy="1394189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222054E1-4817-4AD4-9A17-5E45AE3F5DF8}">
      <dsp:nvSpPr>
        <dsp:cNvPr id="0" name=""/>
        <dsp:cNvSpPr/>
      </dsp:nvSpPr>
      <dsp:spPr>
        <a:xfrm>
          <a:off x="5539700" y="1923351"/>
          <a:ext cx="4248959" cy="132779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363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5900" kern="1200"/>
            <a:t>中島悠翔</a:t>
          </a:r>
        </a:p>
      </dsp:txBody>
      <dsp:txXfrm>
        <a:off x="5539700" y="1923351"/>
        <a:ext cx="4248959" cy="1327799"/>
      </dsp:txXfrm>
    </dsp:sp>
    <dsp:sp modelId="{B5263CD0-904C-4828-BF25-9E529FB740A3}">
      <dsp:nvSpPr>
        <dsp:cNvPr id="0" name=""/>
        <dsp:cNvSpPr/>
      </dsp:nvSpPr>
      <dsp:spPr>
        <a:xfrm>
          <a:off x="5362660" y="1731557"/>
          <a:ext cx="929459" cy="1394189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A4E5AD61-2605-418A-949C-A460609283FD}">
      <dsp:nvSpPr>
        <dsp:cNvPr id="0" name=""/>
        <dsp:cNvSpPr/>
      </dsp:nvSpPr>
      <dsp:spPr>
        <a:xfrm>
          <a:off x="903979" y="3594903"/>
          <a:ext cx="4248959" cy="132779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363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5900" kern="1200"/>
            <a:t>永島愛貴</a:t>
          </a:r>
        </a:p>
      </dsp:txBody>
      <dsp:txXfrm>
        <a:off x="903979" y="3594903"/>
        <a:ext cx="4248959" cy="1327799"/>
      </dsp:txXfrm>
    </dsp:sp>
    <dsp:sp modelId="{283DF54E-E601-497E-AED8-EF0768C6422B}">
      <dsp:nvSpPr>
        <dsp:cNvPr id="0" name=""/>
        <dsp:cNvSpPr/>
      </dsp:nvSpPr>
      <dsp:spPr>
        <a:xfrm>
          <a:off x="726939" y="3403110"/>
          <a:ext cx="929459" cy="1394189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22000" b="-22000"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9EC12245-35A0-4DEF-8932-78BCB98349BC}">
      <dsp:nvSpPr>
        <dsp:cNvPr id="0" name=""/>
        <dsp:cNvSpPr/>
      </dsp:nvSpPr>
      <dsp:spPr>
        <a:xfrm>
          <a:off x="5539700" y="3594903"/>
          <a:ext cx="4248959" cy="132779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363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5900" kern="1200"/>
            <a:t>星川誠弥</a:t>
          </a:r>
        </a:p>
      </dsp:txBody>
      <dsp:txXfrm>
        <a:off x="5539700" y="3594903"/>
        <a:ext cx="4248959" cy="1327799"/>
      </dsp:txXfrm>
    </dsp:sp>
    <dsp:sp modelId="{19278A2D-99E9-442E-9299-D56EB97B5123}">
      <dsp:nvSpPr>
        <dsp:cNvPr id="0" name=""/>
        <dsp:cNvSpPr/>
      </dsp:nvSpPr>
      <dsp:spPr>
        <a:xfrm>
          <a:off x="5362660" y="3403110"/>
          <a:ext cx="929459" cy="1394189"/>
        </a:xfrm>
        <a:prstGeom prst="rect">
          <a:avLst/>
        </a:prstGeom>
        <a:blipFill>
          <a:blip xmlns:r="http://schemas.openxmlformats.org/officeDocument/2006/relationships" r:embed="rId6"/>
          <a:srcRect/>
          <a:stretch>
            <a:fillRect l="-25000" r="-25000"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A22F4-A499-405C-9AFD-F1117A00EA23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51A3D-4225-45DF-854F-9EC956671D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61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51A3D-4225-45DF-854F-9EC956671D5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909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51A3D-4225-45DF-854F-9EC956671D50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491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alphaModFix amt="9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000"/>
                    </a14:imgEffect>
                    <a14:imgEffect>
                      <a14:saturation sat="50000"/>
                    </a14:imgEffect>
                    <a14:imgEffect>
                      <a14:brightnessContrast bright="-3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>
            <a:extLst>
              <a:ext uri="{FF2B5EF4-FFF2-40B4-BE49-F238E27FC236}">
                <a16:creationId xmlns:a16="http://schemas.microsoft.com/office/drawing/2014/main" id="{2601FA2F-D437-7018-4356-0D43B2D0352B}"/>
              </a:ext>
            </a:extLst>
          </p:cNvPr>
          <p:cNvSpPr/>
          <p:nvPr/>
        </p:nvSpPr>
        <p:spPr>
          <a:xfrm flipH="1">
            <a:off x="7677150" y="0"/>
            <a:ext cx="4514850" cy="6858000"/>
          </a:xfrm>
          <a:prstGeom prst="rtTriangl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19852019-E32F-8D3C-B0CF-FD3862D11A94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prstGeom prst="rtTriangle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CCF4CBD-C540-C269-85BD-D60A83C01DDC}"/>
              </a:ext>
            </a:extLst>
          </p:cNvPr>
          <p:cNvSpPr/>
          <p:nvPr/>
        </p:nvSpPr>
        <p:spPr>
          <a:xfrm>
            <a:off x="1381760" y="1351280"/>
            <a:ext cx="9408160" cy="3623946"/>
          </a:xfrm>
          <a:prstGeom prst="rect">
            <a:avLst/>
          </a:prstGeom>
          <a:solidFill>
            <a:schemeClr val="tx1">
              <a:alpha val="29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EED751-187D-9011-CCEB-6D911FA5B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8763"/>
            <a:ext cx="9144000" cy="2387600"/>
          </a:xfrm>
          <a:ln w="28575">
            <a:solidFill>
              <a:schemeClr val="bg1"/>
            </a:solidFill>
            <a:prstDash val="dash"/>
          </a:ln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C3E33B-65EE-33C1-6785-B491CF54B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8438"/>
            <a:ext cx="9144000" cy="8016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D003CD4C-4C4F-1022-6EAB-2D91AEDF5828}"/>
              </a:ext>
            </a:extLst>
          </p:cNvPr>
          <p:cNvCxnSpPr>
            <a:cxnSpLocks/>
          </p:cNvCxnSpPr>
          <p:nvPr/>
        </p:nvCxnSpPr>
        <p:spPr>
          <a:xfrm rot="5400000">
            <a:off x="759460" y="1572261"/>
            <a:ext cx="1879600" cy="1021080"/>
          </a:xfrm>
          <a:prstGeom prst="bentConnector3">
            <a:avLst>
              <a:gd name="adj1" fmla="val -27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48D3F1F7-1A8A-43F8-BB17-43410C5DFA5E}"/>
              </a:ext>
            </a:extLst>
          </p:cNvPr>
          <p:cNvCxnSpPr>
            <a:cxnSpLocks/>
          </p:cNvCxnSpPr>
          <p:nvPr/>
        </p:nvCxnSpPr>
        <p:spPr>
          <a:xfrm rot="16200000">
            <a:off x="9497060" y="3702369"/>
            <a:ext cx="1879600" cy="1021080"/>
          </a:xfrm>
          <a:prstGeom prst="bentConnector3">
            <a:avLst>
              <a:gd name="adj1" fmla="val -27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70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21232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2621B9F-E283-D2B8-C3AB-7118FF739F12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</p:grpSpPr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90F7D239-8067-057E-0B4E-12192C78C6D2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0F2DEFBE-3111-8C95-9C5C-8B7C0839E42F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19" y="78105"/>
            <a:ext cx="925823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0515600" cy="4769504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47675" indent="271463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F6DA2466-D83B-6D07-9FC4-8D2B03D5C369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025F4A-6E5D-4503-B127-3F67FBD230D0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9777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389529"/>
            <a:ext cx="5725160" cy="4794261"/>
          </a:xfrm>
        </p:spPr>
        <p:txBody>
          <a:bodyPr/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2D03233-F423-8726-7C5D-BB8B594C3FCD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A4C257E2-3A65-41B5-DD81-43D98F05A858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59EC8548-C1CA-D465-B6BD-C0B57D7A9AB4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66E8484-A71F-FDF0-2DA3-FB6ABFA2C21F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1CA4E5-7A05-4BE9-BEE0-2A34E4EF6809}" type="slidenum">
              <a:rPr lang="ja-JP" altLang="en-US" smtClean="0"/>
              <a:t>‹#›</a:t>
            </a:fld>
            <a:endParaRPr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5977545-16E9-6B9D-D8F4-911556503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77280" y="1389529"/>
            <a:ext cx="5725160" cy="4794261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98864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933575"/>
            <a:ext cx="5725160" cy="4250215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CD20676-9411-5E54-7E21-AEF6E927B1BF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B9230854-2FA4-0C09-27D3-5B8E80C263CF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086FF8F-1944-4E48-EF43-03A9FB761266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66E8484-A71F-FDF0-2DA3-FB6ABFA2C21F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5749A5-AA34-47CE-AF23-C64A4C32C722}" type="slidenum">
              <a:rPr lang="ja-JP" altLang="en-US" smtClean="0"/>
              <a:t>‹#›</a:t>
            </a:fld>
            <a:endParaRPr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5977545-16E9-6B9D-D8F4-911556503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77280" y="1933575"/>
            <a:ext cx="5725160" cy="4250215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EB3BB7D9-7A9B-2769-7EBF-EAD145D832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9560" y="1168720"/>
            <a:ext cx="5725160" cy="592295"/>
          </a:xfrm>
        </p:spPr>
        <p:txBody>
          <a:bodyPr anchor="b"/>
          <a:lstStyle>
            <a:lvl1pPr marL="0" indent="0">
              <a:buNone/>
              <a:defRPr sz="2400" b="1"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4">
            <a:extLst>
              <a:ext uri="{FF2B5EF4-FFF2-40B4-BE49-F238E27FC236}">
                <a16:creationId xmlns:a16="http://schemas.microsoft.com/office/drawing/2014/main" id="{EDBC27C4-F073-38A5-F348-654C023A4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7281" y="1168720"/>
            <a:ext cx="5725159" cy="592295"/>
          </a:xfrm>
        </p:spPr>
        <p:txBody>
          <a:bodyPr anchor="b"/>
          <a:lstStyle>
            <a:lvl1pPr marL="0" indent="0">
              <a:buNone/>
              <a:defRPr sz="2400" b="1"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9961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0DD2C0-904F-AC59-A1AE-EBEA7F4D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1737F8-C836-EBFE-50A1-2BC11311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90BE78-1470-F96E-3433-F2D384A4BD4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0E3F967B-BA5D-BD3F-78E3-E173EA88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085EC09-E283-31B6-EB30-D57D87427EA2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9D27D75A-2236-4FEE-2BAB-85DF92C55625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A69990E-DDE4-9A6C-9800-FD2635DD91C0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スライド番号プレースホルダー 5">
            <a:extLst>
              <a:ext uri="{FF2B5EF4-FFF2-40B4-BE49-F238E27FC236}">
                <a16:creationId xmlns:a16="http://schemas.microsoft.com/office/drawing/2014/main" id="{10B02B1A-2A55-2738-5036-E2CC216DFBE7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99EE94-344E-43CE-BF19-C3DB806FA076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49774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テキストとコンテンツ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ADC41C0-E560-2E86-56CB-00DB17AE79D4}"/>
              </a:ext>
            </a:extLst>
          </p:cNvPr>
          <p:cNvGrpSpPr/>
          <p:nvPr/>
        </p:nvGrpSpPr>
        <p:grpSpPr>
          <a:xfrm>
            <a:off x="5474824" y="0"/>
            <a:ext cx="6717176" cy="6858000"/>
            <a:chOff x="5199109" y="0"/>
            <a:chExt cx="6992891" cy="6858000"/>
          </a:xfrm>
        </p:grpSpPr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2EA1BB47-AE4E-5455-FB0F-8022C8E311C9}"/>
                </a:ext>
              </a:extLst>
            </p:cNvPr>
            <p:cNvSpPr/>
            <p:nvPr/>
          </p:nvSpPr>
          <p:spPr>
            <a:xfrm>
              <a:off x="5199109" y="0"/>
              <a:ext cx="6992890" cy="6858000"/>
            </a:xfrm>
            <a:prstGeom prst="triangle">
              <a:avLst>
                <a:gd name="adj" fmla="val 22257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729C0AA-76E8-E1E8-58B7-DF18195DB606}"/>
                </a:ext>
              </a:extLst>
            </p:cNvPr>
            <p:cNvSpPr/>
            <p:nvPr/>
          </p:nvSpPr>
          <p:spPr>
            <a:xfrm>
              <a:off x="6753533" y="0"/>
              <a:ext cx="543846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3" name="図 1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E0558B1-80C5-5231-39D8-2945847D20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25"/>
            <a:ext cx="8428580" cy="1355979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792B282-AA92-7B8C-0078-A0B1DF19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0861"/>
            <a:ext cx="5840392" cy="132543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E1712E-F28A-7CC7-F9E3-A704DFE4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9BDC0D-2604-DBCB-627D-A1AA2845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9D46F1-5992-3B6B-2693-D82A97CE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CF8C3-FE15-47C8-B50E-4BFFD7CAA1C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70BF728D-C950-8614-C0A0-EB9C390004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141538"/>
            <a:ext cx="5840391" cy="394095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B1E17FCC-FAD5-78F0-76F3-BD4CEA9E20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6218" y="520861"/>
            <a:ext cx="4527581" cy="5561635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7629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切替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ADC41C0-E560-2E86-56CB-00DB17AE79D4}"/>
              </a:ext>
            </a:extLst>
          </p:cNvPr>
          <p:cNvGrpSpPr/>
          <p:nvPr/>
        </p:nvGrpSpPr>
        <p:grpSpPr>
          <a:xfrm>
            <a:off x="5474824" y="0"/>
            <a:ext cx="6717176" cy="6858000"/>
            <a:chOff x="5199109" y="0"/>
            <a:chExt cx="6992891" cy="6858000"/>
          </a:xfrm>
        </p:grpSpPr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2EA1BB47-AE4E-5455-FB0F-8022C8E311C9}"/>
                </a:ext>
              </a:extLst>
            </p:cNvPr>
            <p:cNvSpPr/>
            <p:nvPr/>
          </p:nvSpPr>
          <p:spPr>
            <a:xfrm>
              <a:off x="5199109" y="0"/>
              <a:ext cx="6992890" cy="6858000"/>
            </a:xfrm>
            <a:prstGeom prst="triangle">
              <a:avLst>
                <a:gd name="adj" fmla="val 22257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729C0AA-76E8-E1E8-58B7-DF18195DB606}"/>
                </a:ext>
              </a:extLst>
            </p:cNvPr>
            <p:cNvSpPr/>
            <p:nvPr/>
          </p:nvSpPr>
          <p:spPr>
            <a:xfrm>
              <a:off x="6753533" y="0"/>
              <a:ext cx="543846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3" name="図 1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E0558B1-80C5-5231-39D8-2945847D20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25"/>
            <a:ext cx="8428580" cy="1355979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792B282-AA92-7B8C-0078-A0B1DF19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6160"/>
            <a:ext cx="10515600" cy="2560320"/>
          </a:xfrm>
        </p:spPr>
        <p:txBody>
          <a:bodyPr>
            <a:noAutofit/>
          </a:bodyPr>
          <a:lstStyle>
            <a:lvl1pPr algn="ctr">
              <a:defRPr sz="7200"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E1712E-F28A-7CC7-F9E3-A704DFE4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9BDC0D-2604-DBCB-627D-A1AA2845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9D46F1-5992-3B6B-2693-D82A97CE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CF8C3-FE15-47C8-B50E-4BFFD7CAA1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3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8EF71D1-17E9-9225-C0A0-83D05F52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F861F2-D565-E8D7-04B9-36E81014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0F8BAE-0C2D-2CF2-2A9A-10D50854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CF8C3-FE15-47C8-B50E-4BFFD7CAA1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28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無地レイアウト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1D9FF2-6360-5852-F24D-0A32AB1E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6CC3E3-1B8C-3FF1-A80A-F5BD7123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C701911-512C-C3D5-DA07-4A28F1EC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CF8C3-FE15-47C8-B50E-4BFFD7CAA1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11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ADB0D1D-6DCB-5096-DDB1-B00F4F93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8A1A73-F16D-9346-7DE9-030CBC5F3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F4492-6C13-E3CA-766C-1F3FBF40F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B2246-F7A5-4393-8679-DED6D0642611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4241AE-35BE-C3D2-DC84-11481A64C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157B60-986C-438D-A1FE-5B5F64D4A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CF8C3-FE15-47C8-B50E-4BFFD7CAA1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00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793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630238" algn="l"/>
        </a:tabLst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0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3AC8F-2754-9C8A-DF09-972BFEC37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ea typeface="Noto Sans JP Medium"/>
              </a:rPr>
              <a:t>1班</a:t>
            </a:r>
            <a:r>
              <a:rPr kumimoji="1" lang="ja-JP" altLang="en-US">
                <a:ea typeface="Noto Sans JP Medium"/>
              </a:rPr>
              <a:t>企画発表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CA7F39-8D00-5FAD-87AA-117B13DCDE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1</a:t>
            </a:r>
            <a:r>
              <a:rPr kumimoji="1" lang="ja-JP" altLang="en-US"/>
              <a:t>班</a:t>
            </a:r>
          </a:p>
        </p:txBody>
      </p:sp>
    </p:spTree>
    <p:extLst>
      <p:ext uri="{BB962C8B-B14F-4D97-AF65-F5344CB8AC3E}">
        <p14:creationId xmlns:p14="http://schemas.microsoft.com/office/powerpoint/2010/main" val="382119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B17CEF-C660-9CDA-0EC1-804A2881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039FA897-787F-781A-AAFB-E3A79E92A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844062"/>
              </p:ext>
            </p:extLst>
          </p:nvPr>
        </p:nvGraphicFramePr>
        <p:xfrm>
          <a:off x="380113" y="1460621"/>
          <a:ext cx="11431773" cy="4769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648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AC3D1-F1F8-9204-CF26-F6078826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メンバー</a:t>
            </a:r>
            <a:r>
              <a:rPr lang="ja-JP" altLang="en-US"/>
              <a:t>紹介</a:t>
            </a:r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D55BA093-60F0-ADF0-AD0F-10DD341B0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721337"/>
              </p:ext>
            </p:extLst>
          </p:nvPr>
        </p:nvGraphicFramePr>
        <p:xfrm>
          <a:off x="838200" y="1407458"/>
          <a:ext cx="10515600" cy="4982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692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8BAB70-FF33-A84E-B046-08884840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制作目的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5F0A7A-1DA0-9CA7-C498-1B026C60E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0515600" cy="2302017"/>
          </a:xfrm>
        </p:spPr>
        <p:txBody>
          <a:bodyPr numCol="1"/>
          <a:lstStyle/>
          <a:p>
            <a:r>
              <a:rPr lang="ja-JP" altLang="en-US" dirty="0"/>
              <a:t>目標</a:t>
            </a:r>
            <a:endParaRPr lang="en-US" altLang="ja-JP" dirty="0"/>
          </a:p>
          <a:p>
            <a:pPr lvl="1"/>
            <a:r>
              <a:rPr lang="ja-JP" altLang="en-US" dirty="0"/>
              <a:t>集計の効率化</a:t>
            </a:r>
            <a:endParaRPr lang="en-US" altLang="ja-JP" dirty="0"/>
          </a:p>
          <a:p>
            <a:pPr lvl="1"/>
            <a:r>
              <a:rPr lang="ja-JP" altLang="en-US" dirty="0"/>
              <a:t>記述ミスの低減</a:t>
            </a:r>
            <a:endParaRPr lang="en-US" altLang="ja-JP" dirty="0"/>
          </a:p>
          <a:p>
            <a:pPr lvl="1"/>
            <a:r>
              <a:rPr lang="ja-JP" altLang="en-US" dirty="0"/>
              <a:t>班全体の技術の向上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006EA1D-C280-115D-F6F8-8D97C7278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72" y="3618516"/>
            <a:ext cx="2748516" cy="2693546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78780EF-E63A-6566-C250-05F695F971F9}"/>
              </a:ext>
            </a:extLst>
          </p:cNvPr>
          <p:cNvGrpSpPr/>
          <p:nvPr/>
        </p:nvGrpSpPr>
        <p:grpSpPr>
          <a:xfrm>
            <a:off x="4658860" y="3685169"/>
            <a:ext cx="3027079" cy="3027079"/>
            <a:chOff x="4816549" y="3089293"/>
            <a:chExt cx="3414288" cy="3414288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A194FB3-EA48-304A-8A8D-4F277285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6549" y="3089293"/>
              <a:ext cx="3414288" cy="3414288"/>
            </a:xfrm>
            <a:prstGeom prst="rect">
              <a:avLst/>
            </a:prstGeom>
          </p:spPr>
        </p:pic>
        <p:sp>
          <p:nvSpPr>
            <p:cNvPr id="8" name="&quot;禁止&quot;マーク 7">
              <a:extLst>
                <a:ext uri="{FF2B5EF4-FFF2-40B4-BE49-F238E27FC236}">
                  <a16:creationId xmlns:a16="http://schemas.microsoft.com/office/drawing/2014/main" id="{83AF1C2E-5E30-DC2B-968E-AA74EB28FA17}"/>
                </a:ext>
              </a:extLst>
            </p:cNvPr>
            <p:cNvSpPr/>
            <p:nvPr/>
          </p:nvSpPr>
          <p:spPr>
            <a:xfrm>
              <a:off x="4912592" y="3183363"/>
              <a:ext cx="3211033" cy="3253563"/>
            </a:xfrm>
            <a:prstGeom prst="noSmoking">
              <a:avLst>
                <a:gd name="adj" fmla="val 1102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1" name="図 10">
            <a:extLst>
              <a:ext uri="{FF2B5EF4-FFF2-40B4-BE49-F238E27FC236}">
                <a16:creationId xmlns:a16="http://schemas.microsoft.com/office/drawing/2014/main" id="{3469F5C5-802F-2F16-749F-01F72C5FC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110" y="3618515"/>
            <a:ext cx="2595719" cy="302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4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2024-BE79-6065-C9F1-AEEA96F4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システム内容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5FCBA-74F1-24C5-C13E-189E787C1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0515600" cy="1564341"/>
          </a:xfrm>
        </p:spPr>
        <p:txBody>
          <a:bodyPr/>
          <a:lstStyle/>
          <a:p>
            <a:pPr fontAlgn="base"/>
            <a:r>
              <a:rPr lang="ja-JP" altLang="ja-JP" dirty="0"/>
              <a:t>使い捨てアカウント</a:t>
            </a:r>
            <a:r>
              <a:rPr lang="ja-JP" altLang="en-US" dirty="0"/>
              <a:t>管理機能</a:t>
            </a:r>
            <a:endParaRPr lang="en-US" altLang="ja-JP" dirty="0"/>
          </a:p>
          <a:p>
            <a:pPr fontAlgn="base"/>
            <a:r>
              <a:rPr lang="ja-JP" altLang="ja-JP" dirty="0"/>
              <a:t>スタッフ用のアカウント</a:t>
            </a:r>
            <a:r>
              <a:rPr lang="ja-JP" altLang="en-US" dirty="0"/>
              <a:t>管理</a:t>
            </a:r>
            <a:r>
              <a:rPr lang="ja-JP" altLang="ja-JP" dirty="0"/>
              <a:t>機能 </a:t>
            </a:r>
            <a:endParaRPr lang="en-US" altLang="ja-JP" dirty="0"/>
          </a:p>
          <a:p>
            <a:pPr fontAlgn="base"/>
            <a:r>
              <a:rPr lang="ja-JP" altLang="ja-JP" dirty="0"/>
              <a:t>権限管理機能 </a:t>
            </a:r>
            <a:endParaRPr lang="en-US" altLang="ja-JP" dirty="0"/>
          </a:p>
          <a:p>
            <a:pPr fontAlgn="base"/>
            <a:endParaRPr lang="ja-JP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dirty="0"/>
          </a:p>
        </p:txBody>
      </p:sp>
      <p:pic>
        <p:nvPicPr>
          <p:cNvPr id="7" name="グラフィックス 6" descr="ユーザー 単色塗りつぶし">
            <a:extLst>
              <a:ext uri="{FF2B5EF4-FFF2-40B4-BE49-F238E27FC236}">
                <a16:creationId xmlns:a16="http://schemas.microsoft.com/office/drawing/2014/main" id="{DC5482AF-B0A5-375E-51BD-2248C1D71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8550" y="3625564"/>
            <a:ext cx="1981200" cy="1981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41E1771-EEFC-153C-8D71-DAB018DCC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889" y="3429000"/>
            <a:ext cx="2655849" cy="2374329"/>
          </a:xfrm>
          <a:prstGeom prst="rect">
            <a:avLst/>
          </a:prstGeom>
        </p:spPr>
      </p:pic>
      <p:pic>
        <p:nvPicPr>
          <p:cNvPr id="6" name="グラフィックス 5" descr="ユーザー 枠線">
            <a:extLst>
              <a:ext uri="{FF2B5EF4-FFF2-40B4-BE49-F238E27FC236}">
                <a16:creationId xmlns:a16="http://schemas.microsoft.com/office/drawing/2014/main" id="{612A1AAE-16F8-94B9-27FC-547B733B91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8212" y="3625565"/>
            <a:ext cx="1981199" cy="19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5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497A03-DECB-00F6-FFDB-D141D4672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F43DF4-2836-D965-5C0C-585DEBBF5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ja-JP" dirty="0" err="1"/>
              <a:t>QRコード読み取り</a:t>
            </a:r>
            <a:r>
              <a:rPr lang="en-US" altLang="ja-JP" dirty="0"/>
              <a:t>/</a:t>
            </a:r>
            <a:r>
              <a:rPr lang="ja-JP" altLang="en-US" dirty="0"/>
              <a:t>自動入力機能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535E77F-D63D-CC90-8DB1-A98DA671E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8" y="2652712"/>
            <a:ext cx="3152775" cy="315277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DEFD14E-2C3A-6268-705B-3E6CD84215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49" y="2652712"/>
            <a:ext cx="3152775" cy="3152775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A7B33FAC-A88D-E26A-FF36-DC60054C125A}"/>
              </a:ext>
            </a:extLst>
          </p:cNvPr>
          <p:cNvSpPr/>
          <p:nvPr/>
        </p:nvSpPr>
        <p:spPr>
          <a:xfrm>
            <a:off x="4319590" y="3614738"/>
            <a:ext cx="2757486" cy="97155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86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6C750-DC14-D064-9609-99D373E3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3A8629-3FDF-2917-6C7D-FA6C30950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ja-JP" altLang="en-US" dirty="0"/>
              <a:t>スコア</a:t>
            </a:r>
            <a:r>
              <a:rPr lang="ja-JP" altLang="ja-JP" dirty="0"/>
              <a:t>記録機能 </a:t>
            </a:r>
            <a:endParaRPr lang="en-US" altLang="ja-JP" dirty="0"/>
          </a:p>
          <a:p>
            <a:pPr fontAlgn="base"/>
            <a:r>
              <a:rPr lang="ja-JP" altLang="en-US" dirty="0"/>
              <a:t>スコア分析・</a:t>
            </a:r>
            <a:r>
              <a:rPr lang="ja-JP" altLang="ja-JP" dirty="0"/>
              <a:t>出力機能</a:t>
            </a:r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E4D4785-5BA8-B5AA-78BA-8A876B62A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429" y="2648414"/>
            <a:ext cx="3429000" cy="381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8ED8BB4-6B37-FCBE-7106-6B5210F3C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572" y="2645641"/>
            <a:ext cx="3076285" cy="381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88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0E958C-9225-955C-EF3F-E221FA14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</a:t>
            </a:r>
            <a:r>
              <a:rPr kumimoji="1" lang="ja-JP" altLang="en-US" dirty="0"/>
              <a:t>使用の流れ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F6E017-3D98-8C34-21B5-865D945A4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お客さん</a:t>
            </a:r>
            <a:r>
              <a:rPr kumimoji="1" lang="en-US" altLang="ja-JP" dirty="0"/>
              <a:t>(</a:t>
            </a:r>
            <a:r>
              <a:rPr kumimoji="1" lang="ja-JP" altLang="en-US" dirty="0"/>
              <a:t>ユーザ</a:t>
            </a:r>
            <a:r>
              <a:rPr kumimoji="1" lang="en-US" altLang="ja-JP" dirty="0"/>
              <a:t>)</a:t>
            </a:r>
            <a:r>
              <a:rPr kumimoji="1" lang="ja-JP" altLang="en-US" dirty="0"/>
              <a:t>が</a:t>
            </a:r>
            <a:r>
              <a:rPr kumimoji="1" lang="en-US" altLang="ja-JP" dirty="0"/>
              <a:t>QR</a:t>
            </a:r>
            <a:r>
              <a:rPr kumimoji="1" lang="ja-JP" altLang="en-US" dirty="0"/>
              <a:t>コードを読み取る</a:t>
            </a:r>
            <a:endParaRPr kumimoji="1" lang="en-US" altLang="ja-JP" dirty="0"/>
          </a:p>
          <a:p>
            <a:pPr lvl="1"/>
            <a:r>
              <a:rPr lang="ja-JP" altLang="en-US" dirty="0"/>
              <a:t>アカウントが生成</a:t>
            </a:r>
            <a:endParaRPr lang="en-US" altLang="ja-JP" dirty="0"/>
          </a:p>
          <a:p>
            <a:pPr lvl="1"/>
            <a:r>
              <a:rPr lang="ja-JP" altLang="en-US" dirty="0"/>
              <a:t>スマホにユーザ</a:t>
            </a:r>
            <a:r>
              <a:rPr lang="en-US" altLang="ja-JP" dirty="0"/>
              <a:t>ID</a:t>
            </a:r>
            <a:r>
              <a:rPr lang="ja-JP" altLang="en-US" dirty="0"/>
              <a:t>の</a:t>
            </a:r>
            <a:r>
              <a:rPr lang="en-US" altLang="ja-JP" dirty="0"/>
              <a:t>QR</a:t>
            </a:r>
            <a:r>
              <a:rPr lang="ja-JP" altLang="en-US" dirty="0"/>
              <a:t>コードを表示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B1D8580-D28A-DAA3-FFC1-DB2899E37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24188"/>
            <a:ext cx="3152775" cy="3152775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EC82609-5212-C81C-C35E-AF9A9B8CC00C}"/>
              </a:ext>
            </a:extLst>
          </p:cNvPr>
          <p:cNvGrpSpPr/>
          <p:nvPr/>
        </p:nvGrpSpPr>
        <p:grpSpPr>
          <a:xfrm>
            <a:off x="5772150" y="3244671"/>
            <a:ext cx="4252913" cy="3152775"/>
            <a:chOff x="5938838" y="2670353"/>
            <a:chExt cx="4791075" cy="3860443"/>
          </a:xfrm>
        </p:grpSpPr>
        <p:pic>
          <p:nvPicPr>
            <p:cNvPr id="10" name="グラフィックス 9" descr="スマート フォン 単色塗りつぶし">
              <a:extLst>
                <a:ext uri="{FF2B5EF4-FFF2-40B4-BE49-F238E27FC236}">
                  <a16:creationId xmlns:a16="http://schemas.microsoft.com/office/drawing/2014/main" id="{C3383E24-C2A1-3C8C-8F90-6ED697E2F7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38838" y="2670353"/>
              <a:ext cx="4791075" cy="3860443"/>
            </a:xfrm>
            <a:prstGeom prst="rect">
              <a:avLst/>
            </a:prstGeom>
          </p:spPr>
        </p:pic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72AFFA3-AECE-2D39-4382-BA493409ED25}"/>
                </a:ext>
              </a:extLst>
            </p:cNvPr>
            <p:cNvGrpSpPr/>
            <p:nvPr/>
          </p:nvGrpSpPr>
          <p:grpSpPr>
            <a:xfrm>
              <a:off x="7534275" y="3429000"/>
              <a:ext cx="1781175" cy="2136722"/>
              <a:chOff x="5581650" y="3469045"/>
              <a:chExt cx="1781175" cy="2136722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95864E3-2A18-B76C-83F1-8533E7A74C16}"/>
                  </a:ext>
                </a:extLst>
              </p:cNvPr>
              <p:cNvSpPr txBox="1"/>
              <p:nvPr/>
            </p:nvSpPr>
            <p:spPr>
              <a:xfrm>
                <a:off x="5581650" y="3469045"/>
                <a:ext cx="1781175" cy="1130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ID: abcd1…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rgbClr val="FF0000"/>
                    </a:solidFill>
                  </a:rPr>
                  <a:t>未承認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endParaRPr kumimoji="1" lang="ja-JP" altLang="en-US" dirty="0"/>
              </a:p>
            </p:txBody>
          </p:sp>
          <p:pic>
            <p:nvPicPr>
              <p:cNvPr id="8" name="図 7">
                <a:extLst>
                  <a:ext uri="{FF2B5EF4-FFF2-40B4-BE49-F238E27FC236}">
                    <a16:creationId xmlns:a16="http://schemas.microsoft.com/office/drawing/2014/main" id="{963BA1EA-1234-6B6E-FF7E-CB6A3ED64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617" t="43051" r="63746" b="36448"/>
              <a:stretch>
                <a:fillRect/>
              </a:stretch>
            </p:blipFill>
            <p:spPr>
              <a:xfrm>
                <a:off x="5819773" y="4432426"/>
                <a:ext cx="1123952" cy="1173341"/>
              </a:xfrm>
              <a:prstGeom prst="rect">
                <a:avLst/>
              </a:prstGeom>
            </p:spPr>
          </p:pic>
        </p:grpSp>
      </p:grpSp>
      <p:sp>
        <p:nvSpPr>
          <p:cNvPr id="14" name="矢印: 右 13">
            <a:extLst>
              <a:ext uri="{FF2B5EF4-FFF2-40B4-BE49-F238E27FC236}">
                <a16:creationId xmlns:a16="http://schemas.microsoft.com/office/drawing/2014/main" id="{5D218007-6F87-81F3-737F-B1508C7FB955}"/>
              </a:ext>
            </a:extLst>
          </p:cNvPr>
          <p:cNvSpPr/>
          <p:nvPr/>
        </p:nvSpPr>
        <p:spPr>
          <a:xfrm>
            <a:off x="4132397" y="4114800"/>
            <a:ext cx="2757486" cy="97155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グラフィックス 15" descr="ユーザー 枠線">
            <a:extLst>
              <a:ext uri="{FF2B5EF4-FFF2-40B4-BE49-F238E27FC236}">
                <a16:creationId xmlns:a16="http://schemas.microsoft.com/office/drawing/2014/main" id="{40FC1E4C-1B31-D496-590E-7AF5611CF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8232" y="4876801"/>
            <a:ext cx="1981199" cy="198119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EDB6A500-E13B-5BF3-3E65-79E9679C75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063" y="5854045"/>
            <a:ext cx="1202533" cy="99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19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F4BCEB-11C4-E1E6-EF49-7CBD4405A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</a:t>
            </a:r>
            <a:r>
              <a:rPr kumimoji="1" lang="ja-JP" altLang="en-US" dirty="0"/>
              <a:t>使用の流れ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2A2587-F206-3E99-D911-B97E7F605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支払いを行うとユーザのアカウントを有効化する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スタッフが</a:t>
            </a:r>
            <a:r>
              <a:rPr kumimoji="1" lang="en-US" altLang="ja-JP" dirty="0"/>
              <a:t>ID</a:t>
            </a:r>
            <a:r>
              <a:rPr kumimoji="1" lang="ja-JP" altLang="en-US" dirty="0"/>
              <a:t>を入力乃至</a:t>
            </a:r>
            <a:r>
              <a:rPr kumimoji="1" lang="en-US" altLang="ja-JP" dirty="0"/>
              <a:t>QR</a:t>
            </a:r>
            <a:r>
              <a:rPr kumimoji="1" lang="ja-JP" altLang="en-US" dirty="0"/>
              <a:t>コードで自動入力</a:t>
            </a:r>
            <a:endParaRPr lang="en-US" altLang="ja-JP" dirty="0"/>
          </a:p>
          <a:p>
            <a:pPr lvl="1"/>
            <a:r>
              <a:rPr kumimoji="1" lang="ja-JP" altLang="en-US" dirty="0"/>
              <a:t>支払い後その</a:t>
            </a:r>
            <a:r>
              <a:rPr kumimoji="1" lang="en-US" altLang="ja-JP" dirty="0"/>
              <a:t>ID</a:t>
            </a:r>
            <a:r>
              <a:rPr kumimoji="1" lang="ja-JP" altLang="en-US" dirty="0"/>
              <a:t>を有効化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54B2B3A-D42D-D0F5-2D70-6A7E54715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51099"/>
            <a:ext cx="2762250" cy="324017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357B17C4-9869-7266-C3C8-BAFFF13D0712}"/>
              </a:ext>
            </a:extLst>
          </p:cNvPr>
          <p:cNvGrpSpPr/>
          <p:nvPr/>
        </p:nvGrpSpPr>
        <p:grpSpPr>
          <a:xfrm>
            <a:off x="5772150" y="3244671"/>
            <a:ext cx="4252913" cy="3152775"/>
            <a:chOff x="5938838" y="2670353"/>
            <a:chExt cx="4791075" cy="3860443"/>
          </a:xfrm>
        </p:grpSpPr>
        <p:pic>
          <p:nvPicPr>
            <p:cNvPr id="21" name="グラフィックス 20" descr="スマート フォン 単色塗りつぶし">
              <a:extLst>
                <a:ext uri="{FF2B5EF4-FFF2-40B4-BE49-F238E27FC236}">
                  <a16:creationId xmlns:a16="http://schemas.microsoft.com/office/drawing/2014/main" id="{F50BD31B-A60D-0AE4-8468-8C0AE25858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38838" y="2670353"/>
              <a:ext cx="4791075" cy="3860443"/>
            </a:xfrm>
            <a:prstGeom prst="rect">
              <a:avLst/>
            </a:prstGeom>
          </p:spPr>
        </p:pic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4417CD09-15F5-C9DE-A10A-A585AAA9C621}"/>
                </a:ext>
              </a:extLst>
            </p:cNvPr>
            <p:cNvGrpSpPr/>
            <p:nvPr/>
          </p:nvGrpSpPr>
          <p:grpSpPr>
            <a:xfrm>
              <a:off x="7534275" y="3429000"/>
              <a:ext cx="1781175" cy="2136722"/>
              <a:chOff x="5581650" y="3469045"/>
              <a:chExt cx="1781175" cy="2136722"/>
            </a:xfrm>
          </p:grpSpPr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209785B-2E5C-8E2A-1F34-EEC18ED1F9AB}"/>
                  </a:ext>
                </a:extLst>
              </p:cNvPr>
              <p:cNvSpPr txBox="1"/>
              <p:nvPr/>
            </p:nvSpPr>
            <p:spPr>
              <a:xfrm>
                <a:off x="5581650" y="3469045"/>
                <a:ext cx="1781175" cy="1130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ID: abcd1…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rgbClr val="FF0000"/>
                    </a:solidFill>
                  </a:rPr>
                  <a:t>承認済み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endParaRPr kumimoji="1" lang="ja-JP" altLang="en-US" dirty="0"/>
              </a:p>
            </p:txBody>
          </p:sp>
          <p:pic>
            <p:nvPicPr>
              <p:cNvPr id="24" name="図 23">
                <a:extLst>
                  <a:ext uri="{FF2B5EF4-FFF2-40B4-BE49-F238E27FC236}">
                    <a16:creationId xmlns:a16="http://schemas.microsoft.com/office/drawing/2014/main" id="{3CA82132-8807-C8BA-87D7-ACF1DEA68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617" t="43051" r="63746" b="36448"/>
              <a:stretch>
                <a:fillRect/>
              </a:stretch>
            </p:blipFill>
            <p:spPr>
              <a:xfrm>
                <a:off x="5819773" y="4432426"/>
                <a:ext cx="1123952" cy="1173341"/>
              </a:xfrm>
              <a:prstGeom prst="rect">
                <a:avLst/>
              </a:prstGeom>
            </p:spPr>
          </p:pic>
        </p:grpSp>
      </p:grpSp>
      <p:pic>
        <p:nvPicPr>
          <p:cNvPr id="25" name="グラフィックス 24" descr="ユーザー 枠線">
            <a:extLst>
              <a:ext uri="{FF2B5EF4-FFF2-40B4-BE49-F238E27FC236}">
                <a16:creationId xmlns:a16="http://schemas.microsoft.com/office/drawing/2014/main" id="{2E315AE6-DA57-DF6D-D290-EAF3457DA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8232" y="4876801"/>
            <a:ext cx="1981199" cy="1981199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1F8B12DB-3DED-6178-8D1A-51E74204FD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868" y="5854046"/>
            <a:ext cx="1202532" cy="992089"/>
          </a:xfrm>
          <a:prstGeom prst="rect">
            <a:avLst/>
          </a:prstGeom>
        </p:spPr>
      </p:pic>
      <p:sp>
        <p:nvSpPr>
          <p:cNvPr id="31" name="矢印: 右 30">
            <a:extLst>
              <a:ext uri="{FF2B5EF4-FFF2-40B4-BE49-F238E27FC236}">
                <a16:creationId xmlns:a16="http://schemas.microsoft.com/office/drawing/2014/main" id="{1868DE68-A1AE-E25F-C227-5F4EB475D5F8}"/>
              </a:ext>
            </a:extLst>
          </p:cNvPr>
          <p:cNvSpPr/>
          <p:nvPr/>
        </p:nvSpPr>
        <p:spPr>
          <a:xfrm>
            <a:off x="4132397" y="4114800"/>
            <a:ext cx="2757486" cy="97155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37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80CA35-345C-6D88-486C-9C83F76E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</a:t>
            </a:r>
            <a:r>
              <a:rPr kumimoji="1" lang="ja-JP" altLang="en-US" dirty="0"/>
              <a:t>使用の流れ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16A015-B670-26E9-D9DD-602380FD4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各店舗で</a:t>
            </a:r>
            <a:r>
              <a:rPr lang="en-US" altLang="ja-JP" dirty="0"/>
              <a:t>ID/QR</a:t>
            </a:r>
            <a:r>
              <a:rPr lang="ja-JP" altLang="en-US" dirty="0"/>
              <a:t>コードを提示</a:t>
            </a:r>
            <a:endParaRPr lang="en-US" altLang="ja-JP" dirty="0"/>
          </a:p>
          <a:p>
            <a:pPr lvl="1"/>
            <a:r>
              <a:rPr lang="ja-JP" altLang="en-US" dirty="0"/>
              <a:t>スタッフが</a:t>
            </a:r>
            <a:r>
              <a:rPr lang="en-US" altLang="ja-JP" dirty="0"/>
              <a:t>ID</a:t>
            </a:r>
            <a:r>
              <a:rPr lang="ja-JP" altLang="en-US" dirty="0"/>
              <a:t>を入力乃至</a:t>
            </a:r>
            <a:r>
              <a:rPr lang="en-US" altLang="ja-JP" dirty="0"/>
              <a:t>QR</a:t>
            </a:r>
            <a:r>
              <a:rPr lang="ja-JP" altLang="en-US" dirty="0"/>
              <a:t>コードで自動入力</a:t>
            </a:r>
            <a:endParaRPr lang="en-US" altLang="ja-JP" dirty="0"/>
          </a:p>
          <a:p>
            <a:pPr lvl="1"/>
            <a:r>
              <a:rPr lang="ja-JP" altLang="en-US" dirty="0"/>
              <a:t>ゲーム終了後、得点を入力</a:t>
            </a:r>
            <a:endParaRPr lang="en-US" altLang="ja-JP" dirty="0"/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F0FDC213-9037-F256-32FA-899F3BD26E9F}"/>
              </a:ext>
            </a:extLst>
          </p:cNvPr>
          <p:cNvGrpSpPr/>
          <p:nvPr/>
        </p:nvGrpSpPr>
        <p:grpSpPr>
          <a:xfrm>
            <a:off x="5772150" y="3255802"/>
            <a:ext cx="4252913" cy="3152775"/>
            <a:chOff x="-133350" y="3282771"/>
            <a:chExt cx="4252913" cy="3152775"/>
          </a:xfrm>
        </p:grpSpPr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7B1EB29F-12C6-1286-62E8-22E212CD8BB1}"/>
                </a:ext>
              </a:extLst>
            </p:cNvPr>
            <p:cNvGrpSpPr/>
            <p:nvPr/>
          </p:nvGrpSpPr>
          <p:grpSpPr>
            <a:xfrm>
              <a:off x="-133350" y="3282771"/>
              <a:ext cx="4252913" cy="3152775"/>
              <a:chOff x="5938838" y="2670353"/>
              <a:chExt cx="4791075" cy="3860443"/>
            </a:xfrm>
          </p:grpSpPr>
          <p:pic>
            <p:nvPicPr>
              <p:cNvPr id="35" name="グラフィックス 34" descr="スマート フォン 単色塗りつぶし">
                <a:extLst>
                  <a:ext uri="{FF2B5EF4-FFF2-40B4-BE49-F238E27FC236}">
                    <a16:creationId xmlns:a16="http://schemas.microsoft.com/office/drawing/2014/main" id="{0B79A340-7B12-4045-0668-900F400BF3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938838" y="2670353"/>
                <a:ext cx="4791075" cy="3860443"/>
              </a:xfrm>
              <a:prstGeom prst="rect">
                <a:avLst/>
              </a:prstGeom>
            </p:spPr>
          </p:pic>
          <p:grpSp>
            <p:nvGrpSpPr>
              <p:cNvPr id="36" name="グループ化 35">
                <a:extLst>
                  <a:ext uri="{FF2B5EF4-FFF2-40B4-BE49-F238E27FC236}">
                    <a16:creationId xmlns:a16="http://schemas.microsoft.com/office/drawing/2014/main" id="{5A4FC4D7-7179-9EAF-3E64-E7A11A582221}"/>
                  </a:ext>
                </a:extLst>
              </p:cNvPr>
              <p:cNvGrpSpPr/>
              <p:nvPr/>
            </p:nvGrpSpPr>
            <p:grpSpPr>
              <a:xfrm>
                <a:off x="7534275" y="3429000"/>
                <a:ext cx="1781175" cy="1694337"/>
                <a:chOff x="5581650" y="3469045"/>
                <a:chExt cx="1781175" cy="1694337"/>
              </a:xfrm>
            </p:grpSpPr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E977E5D5-88F2-6F32-794C-5B3B8902F6D7}"/>
                    </a:ext>
                  </a:extLst>
                </p:cNvPr>
                <p:cNvSpPr txBox="1"/>
                <p:nvPr/>
              </p:nvSpPr>
              <p:spPr>
                <a:xfrm>
                  <a:off x="5581650" y="3469045"/>
                  <a:ext cx="1781175" cy="4522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dirty="0"/>
                    <a:t>ID: abcd1…</a:t>
                  </a:r>
                  <a:endParaRPr kumimoji="1" lang="ja-JP" altLang="en-US" dirty="0"/>
                </a:p>
              </p:txBody>
            </p:sp>
            <p:pic>
              <p:nvPicPr>
                <p:cNvPr id="38" name="図 37">
                  <a:extLst>
                    <a:ext uri="{FF2B5EF4-FFF2-40B4-BE49-F238E27FC236}">
                      <a16:creationId xmlns:a16="http://schemas.microsoft.com/office/drawing/2014/main" id="{94A3DB94-B1AE-92C4-27CE-F7818F2F2A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6617" t="43051" r="63746" b="36448"/>
                <a:stretch>
                  <a:fillRect/>
                </a:stretch>
              </p:blipFill>
              <p:spPr>
                <a:xfrm>
                  <a:off x="5819773" y="3990041"/>
                  <a:ext cx="1123952" cy="1173341"/>
                </a:xfrm>
                <a:prstGeom prst="rect">
                  <a:avLst/>
                </a:prstGeom>
              </p:spPr>
            </p:pic>
          </p:grpSp>
        </p:grp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EB98D50E-6A39-5482-B59F-B139292EFE1A}"/>
                </a:ext>
              </a:extLst>
            </p:cNvPr>
            <p:cNvSpPr txBox="1"/>
            <p:nvPr/>
          </p:nvSpPr>
          <p:spPr>
            <a:xfrm>
              <a:off x="1282877" y="5450541"/>
              <a:ext cx="1581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1: 15</a:t>
              </a:r>
              <a:r>
                <a:rPr kumimoji="1" lang="ja-JP" altLang="en-US" dirty="0"/>
                <a:t>ポイント</a:t>
              </a: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A2ABEB24-C13E-9D20-E32A-8DD61D35E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99" y="3200259"/>
            <a:ext cx="2052639" cy="2201221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500ECAC-206C-793A-7305-D678B348D1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519" y="4468928"/>
            <a:ext cx="2052639" cy="2243321"/>
          </a:xfrm>
          <a:prstGeom prst="rect">
            <a:avLst/>
          </a:prstGeom>
        </p:spPr>
      </p:pic>
      <p:sp>
        <p:nvSpPr>
          <p:cNvPr id="19" name="矢印: 右 18">
            <a:extLst>
              <a:ext uri="{FF2B5EF4-FFF2-40B4-BE49-F238E27FC236}">
                <a16:creationId xmlns:a16="http://schemas.microsoft.com/office/drawing/2014/main" id="{5B5A642B-5F7D-6F6D-C6A9-E647D83C503A}"/>
              </a:ext>
            </a:extLst>
          </p:cNvPr>
          <p:cNvSpPr/>
          <p:nvPr/>
        </p:nvSpPr>
        <p:spPr>
          <a:xfrm>
            <a:off x="4132397" y="4114800"/>
            <a:ext cx="2757486" cy="97155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73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325A16-C728-436E-C65E-FF1582F8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4.</a:t>
            </a:r>
            <a:r>
              <a:rPr kumimoji="1" lang="ja-JP" altLang="en-US" dirty="0"/>
              <a:t>使用の流れ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FF7C46-84DB-1779-F242-5978DD59E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ゲーム終了後、景品交換所で</a:t>
            </a:r>
            <a:r>
              <a:rPr lang="en-US" altLang="ja-JP" dirty="0"/>
              <a:t>ID/QR</a:t>
            </a:r>
            <a:r>
              <a:rPr lang="ja-JP" altLang="en-US" dirty="0"/>
              <a:t>コードを提示</a:t>
            </a:r>
            <a:endParaRPr lang="en-US" altLang="ja-JP" dirty="0"/>
          </a:p>
          <a:p>
            <a:pPr lvl="1"/>
            <a:r>
              <a:rPr lang="ja-JP" altLang="en-US" dirty="0"/>
              <a:t>スタッフが</a:t>
            </a:r>
            <a:r>
              <a:rPr lang="en-US" altLang="ja-JP" dirty="0"/>
              <a:t>ID</a:t>
            </a:r>
            <a:r>
              <a:rPr lang="ja-JP" altLang="en-US" dirty="0"/>
              <a:t>を入力乃至</a:t>
            </a:r>
            <a:r>
              <a:rPr lang="en-US" altLang="ja-JP" dirty="0"/>
              <a:t>QR</a:t>
            </a:r>
            <a:r>
              <a:rPr lang="ja-JP" altLang="en-US" dirty="0"/>
              <a:t>コードで自動入力</a:t>
            </a:r>
            <a:endParaRPr lang="en-US" altLang="ja-JP" dirty="0"/>
          </a:p>
          <a:p>
            <a:pPr lvl="1"/>
            <a:r>
              <a:rPr lang="ja-JP" altLang="en-US" dirty="0"/>
              <a:t>アンケート</a:t>
            </a:r>
            <a:r>
              <a:rPr lang="en-US" altLang="ja-JP" dirty="0"/>
              <a:t>URL</a:t>
            </a:r>
            <a:r>
              <a:rPr lang="ja-JP" altLang="en-US" dirty="0"/>
              <a:t>を下部に配置、回答の場合点数を付与</a:t>
            </a:r>
            <a:endParaRPr lang="en-US" altLang="ja-JP" dirty="0"/>
          </a:p>
          <a:p>
            <a:pPr lvl="1"/>
            <a:r>
              <a:rPr lang="ja-JP" altLang="en-US" dirty="0"/>
              <a:t>点数の微調整後、</a:t>
            </a:r>
            <a:r>
              <a:rPr kumimoji="1" lang="ja-JP" altLang="en-US" dirty="0"/>
              <a:t>総合点数によって景品を渡す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アカウントを無効化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3EC5408-8773-EABC-3C97-9D3204126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963" y="3878858"/>
            <a:ext cx="2119312" cy="262453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98680BD-06A7-8567-713B-6FE63E55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238" y="3814763"/>
            <a:ext cx="1816799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64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2958A-A6EC-99FB-58AD-26A9B650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使用技術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C730E-A72E-211A-868D-7A199474F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フロントエンド</a:t>
            </a:r>
            <a:endParaRPr kumimoji="1" lang="en-US" altLang="ja-JP" dirty="0"/>
          </a:p>
          <a:p>
            <a:pPr lvl="1"/>
            <a:r>
              <a:rPr lang="en-US" altLang="ja-JP" dirty="0"/>
              <a:t>HTML/CSS</a:t>
            </a:r>
          </a:p>
          <a:p>
            <a:pPr lvl="1"/>
            <a:r>
              <a:rPr lang="en-US" altLang="ja-JP" dirty="0"/>
              <a:t>JavaScript</a:t>
            </a:r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バックエンド</a:t>
            </a:r>
            <a:endParaRPr lang="en-US" altLang="ja-JP" dirty="0"/>
          </a:p>
          <a:p>
            <a:pPr lvl="1"/>
            <a:r>
              <a:rPr lang="en-US" altLang="ja-JP" dirty="0"/>
              <a:t>MariaDB</a:t>
            </a:r>
          </a:p>
          <a:p>
            <a:pPr lvl="1"/>
            <a:r>
              <a:rPr lang="en-US" altLang="ja-JP" dirty="0"/>
              <a:t>PHP</a:t>
            </a:r>
          </a:p>
          <a:p>
            <a:pPr lvl="1"/>
            <a:endParaRPr kumimoji="1" lang="en-US" altLang="ja-JP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274B8AA-205D-F926-403F-31B7666C6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58" b="89940" l="6932" r="93295">
                        <a14:foregroundMark x1="20568" y1="27767" x2="20568" y2="27767"/>
                        <a14:foregroundMark x1="20568" y1="27767" x2="27386" y2="28370"/>
                        <a14:foregroundMark x1="27159" y1="27565" x2="31364" y2="53924"/>
                        <a14:foregroundMark x1="31364" y1="53924" x2="17727" y2="75050"/>
                        <a14:foregroundMark x1="17727" y1="75050" x2="6932" y2="42656"/>
                        <a14:foregroundMark x1="6932" y1="42656" x2="15341" y2="28571"/>
                        <a14:foregroundMark x1="70455" y1="30584" x2="87955" y2="28571"/>
                        <a14:foregroundMark x1="87955" y1="28571" x2="88523" y2="67606"/>
                        <a14:foregroundMark x1="88523" y1="67606" x2="69432" y2="72636"/>
                        <a14:foregroundMark x1="69432" y1="72636" x2="73295" y2="47284"/>
                        <a14:foregroundMark x1="73295" y1="47284" x2="80000" y2="50704"/>
                        <a14:foregroundMark x1="92841" y1="54125" x2="92727" y2="31992"/>
                        <a14:foregroundMark x1="93295" y1="28974" x2="93295" y2="28974"/>
                        <a14:foregroundMark x1="84091" y1="11871" x2="84091" y2="118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031" y="833721"/>
            <a:ext cx="4988925" cy="281760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498591C-4F7B-BD23-C3FF-8FD3220AB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112" y="3918972"/>
            <a:ext cx="1928039" cy="157165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666331A-807B-A1E5-5E4B-ABBD8349B5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923" y="3785436"/>
            <a:ext cx="3417877" cy="183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4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B1C9D-4B42-2B30-4CE1-3FE967DE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DAE4-A418-F9F1-3A39-6BC9B0A1D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使用技術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27651-8249-1342-72C1-325AEE4D8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インフラ</a:t>
            </a:r>
            <a:endParaRPr lang="en-US" altLang="ja-JP" dirty="0"/>
          </a:p>
          <a:p>
            <a:pPr lvl="1"/>
            <a:r>
              <a:rPr kumimoji="1" lang="en-US" altLang="ja-JP" dirty="0"/>
              <a:t>Docker</a:t>
            </a:r>
          </a:p>
          <a:p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プラットフォーム</a:t>
            </a:r>
            <a:endParaRPr kumimoji="1" lang="en-US" altLang="ja-JP" dirty="0"/>
          </a:p>
          <a:p>
            <a:pPr lvl="1"/>
            <a:r>
              <a:rPr lang="en-US" altLang="ja-JP" dirty="0"/>
              <a:t>GitHub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BD20450-37C2-3B9A-CF68-F8AF1FA5C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8" t="35930" r="11014" b="35794"/>
          <a:stretch>
            <a:fillRect/>
          </a:stretch>
        </p:blipFill>
        <p:spPr>
          <a:xfrm>
            <a:off x="4933506" y="1407459"/>
            <a:ext cx="4827181" cy="118021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ACD6324-03D6-D592-1D64-405D9817E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58" t="21711" r="28369" b="21508"/>
          <a:stretch>
            <a:fillRect/>
          </a:stretch>
        </p:blipFill>
        <p:spPr>
          <a:xfrm>
            <a:off x="6572691" y="3217705"/>
            <a:ext cx="1548809" cy="210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75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4D47-CEC5-CD9D-D2A6-27C91963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開発スケジュール</a:t>
            </a:r>
            <a:endParaRPr kumimoji="1"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0E7B5D-B163-30C7-CC55-54230AFF3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903560"/>
            <a:ext cx="6096000" cy="344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45657"/>
      </p:ext>
    </p:extLst>
  </p:cSld>
  <p:clrMapOvr>
    <a:masterClrMapping/>
  </p:clrMapOvr>
</p:sld>
</file>

<file path=ppt/theme/theme1.xml><?xml version="1.0" encoding="utf-8"?>
<a:theme xmlns:a="http://schemas.openxmlformats.org/drawingml/2006/main" name="SanaeProject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ユーザー定義 5">
      <a:majorFont>
        <a:latin typeface="Arial"/>
        <a:ea typeface="メイリオ"/>
        <a:cs typeface=""/>
      </a:majorFont>
      <a:minorFont>
        <a:latin typeface="Roboto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naeProject" id="{98B2B846-8A52-4468-A841-35C7DC936D14}" vid="{1B3F70F4-DCA6-4DF2-91BF-ADEDE96BB0C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40</TotalTime>
  <Words>271</Words>
  <Application>Microsoft Office PowerPoint</Application>
  <PresentationFormat>ワイド画面</PresentationFormat>
  <Paragraphs>70</Paragraphs>
  <Slides>14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Noto Sans JP</vt:lpstr>
      <vt:lpstr>Noto Sans JP Medium</vt:lpstr>
      <vt:lpstr>游ゴシック</vt:lpstr>
      <vt:lpstr>Arial</vt:lpstr>
      <vt:lpstr>Roboto</vt:lpstr>
      <vt:lpstr>SanaeProject</vt:lpstr>
      <vt:lpstr>1班企画発表</vt:lpstr>
      <vt:lpstr>目次</vt:lpstr>
      <vt:lpstr>メンバー紹介</vt:lpstr>
      <vt:lpstr>制作目的</vt:lpstr>
      <vt:lpstr>システム内容</vt:lpstr>
      <vt:lpstr>システム内容</vt:lpstr>
      <vt:lpstr>システム内容</vt:lpstr>
      <vt:lpstr>1.使用の流れ</vt:lpstr>
      <vt:lpstr>2.使用の流れ</vt:lpstr>
      <vt:lpstr>3.使用の流れ</vt:lpstr>
      <vt:lpstr>4.使用の流れ</vt:lpstr>
      <vt:lpstr>使用技術</vt:lpstr>
      <vt:lpstr>使用技術</vt:lpstr>
      <vt:lpstr>開発スケジュール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CTA24 松本 浩成</dc:creator>
  <cp:lastModifiedBy>CTA24 乙成 隼士</cp:lastModifiedBy>
  <cp:revision>1</cp:revision>
  <dcterms:created xsi:type="dcterms:W3CDTF">2026-10-01T01:30:29Z</dcterms:created>
  <dcterms:modified xsi:type="dcterms:W3CDTF">2026-10-02T07:28:46Z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504514-6e13-49d7-8203-001e97ae7662_Enabled">
    <vt:lpwstr>true</vt:lpwstr>
  </property>
  <property fmtid="{D5CDD505-2E9C-101B-9397-08002B2CF9AE}" pid="3" name="MSIP_Label_9f504514-6e13-49d7-8203-001e97ae7662_SetDate">
    <vt:lpwstr>2026-10-01T01:30:39Z</vt:lpwstr>
  </property>
  <property fmtid="{D5CDD505-2E9C-101B-9397-08002B2CF9AE}" pid="4" name="MSIP_Label_9f504514-6e13-49d7-8203-001e97ae7662_Method">
    <vt:lpwstr>Standard</vt:lpwstr>
  </property>
  <property fmtid="{D5CDD505-2E9C-101B-9397-08002B2CF9AE}" pid="5" name="MSIP_Label_9f504514-6e13-49d7-8203-001e97ae7662_Name">
    <vt:lpwstr>defa4170-0d19-0005-0004-bc88714345d2</vt:lpwstr>
  </property>
  <property fmtid="{D5CDD505-2E9C-101B-9397-08002B2CF9AE}" pid="6" name="MSIP_Label_9f504514-6e13-49d7-8203-001e97ae7662_SiteId">
    <vt:lpwstr>1a0fe579-7f10-4395-ac1e-6c52a1509b88</vt:lpwstr>
  </property>
  <property fmtid="{D5CDD505-2E9C-101B-9397-08002B2CF9AE}" pid="7" name="MSIP_Label_9f504514-6e13-49d7-8203-001e97ae7662_ActionId">
    <vt:lpwstr>15f8027f-6f2f-471b-b173-f227c457d7fb</vt:lpwstr>
  </property>
  <property fmtid="{D5CDD505-2E9C-101B-9397-08002B2CF9AE}" pid="8" name="MSIP_Label_9f504514-6e13-49d7-8203-001e97ae7662_ContentBits">
    <vt:lpwstr>0</vt:lpwstr>
  </property>
  <property fmtid="{D5CDD505-2E9C-101B-9397-08002B2CF9AE}" pid="9" name="MSIP_Label_9f504514-6e13-49d7-8203-001e97ae7662_Tag">
    <vt:lpwstr>10, 3, 0, 1</vt:lpwstr>
  </property>
</Properties>
</file>